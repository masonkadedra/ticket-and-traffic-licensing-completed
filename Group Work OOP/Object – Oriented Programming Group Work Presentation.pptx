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notesMasterIdLst>
    <p:notesMasterId r:id="rId30"/>
  </p:notesMasterIdLst>
  <p:sldIdLst>
    <p:sldId id="256" r:id="rId2"/>
    <p:sldId id="257" r:id="rId3"/>
    <p:sldId id="258" r:id="rId4"/>
    <p:sldId id="269" r:id="rId5"/>
    <p:sldId id="272" r:id="rId6"/>
    <p:sldId id="270" r:id="rId7"/>
    <p:sldId id="284" r:id="rId8"/>
    <p:sldId id="271" r:id="rId9"/>
    <p:sldId id="273" r:id="rId10"/>
    <p:sldId id="274" r:id="rId11"/>
    <p:sldId id="275" r:id="rId12"/>
    <p:sldId id="259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76" r:id="rId22"/>
    <p:sldId id="277" r:id="rId23"/>
    <p:sldId id="278" r:id="rId24"/>
    <p:sldId id="281" r:id="rId25"/>
    <p:sldId id="279" r:id="rId26"/>
    <p:sldId id="280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E24D339-4E4D-401B-A38E-3C9F5FCFE463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3D1DE0C-AE07-4C46-B097-38BE588413BA}">
      <dgm:prSet/>
      <dgm:spPr/>
      <dgm:t>
        <a:bodyPr/>
        <a:lstStyle/>
        <a:p>
          <a:r>
            <a:rPr lang="en-JM" dirty="0"/>
            <a:t>Driver</a:t>
          </a:r>
          <a:endParaRPr lang="en-US" dirty="0"/>
        </a:p>
      </dgm:t>
    </dgm:pt>
    <dgm:pt modelId="{EB3B8BE3-0BFB-4A06-9B08-89F6904A941F}" type="parTrans" cxnId="{2B5494A9-801A-4228-865B-7A725F62A65C}">
      <dgm:prSet/>
      <dgm:spPr/>
      <dgm:t>
        <a:bodyPr/>
        <a:lstStyle/>
        <a:p>
          <a:endParaRPr lang="en-US"/>
        </a:p>
      </dgm:t>
    </dgm:pt>
    <dgm:pt modelId="{C869F6C9-ABB8-48DF-8DE8-BF08A4E62F79}" type="sibTrans" cxnId="{2B5494A9-801A-4228-865B-7A725F62A65C}">
      <dgm:prSet/>
      <dgm:spPr/>
      <dgm:t>
        <a:bodyPr/>
        <a:lstStyle/>
        <a:p>
          <a:endParaRPr lang="en-US"/>
        </a:p>
      </dgm:t>
    </dgm:pt>
    <dgm:pt modelId="{F09737E7-166C-44E0-BF1F-D21890F9A173}">
      <dgm:prSet/>
      <dgm:spPr/>
      <dgm:t>
        <a:bodyPr/>
        <a:lstStyle/>
        <a:p>
          <a:r>
            <a:rPr lang="en-JM"/>
            <a:t>Processing Officer</a:t>
          </a:r>
          <a:endParaRPr lang="en-US"/>
        </a:p>
      </dgm:t>
    </dgm:pt>
    <dgm:pt modelId="{68F6CDDD-71EF-4884-BCC5-36001A15AF26}" type="parTrans" cxnId="{93AF8ECB-5771-4AD5-B008-A2BC8872A8FD}">
      <dgm:prSet/>
      <dgm:spPr/>
      <dgm:t>
        <a:bodyPr/>
        <a:lstStyle/>
        <a:p>
          <a:endParaRPr lang="en-US"/>
        </a:p>
      </dgm:t>
    </dgm:pt>
    <dgm:pt modelId="{40AC8BBA-3F40-4017-8077-798F6CB2A32A}" type="sibTrans" cxnId="{93AF8ECB-5771-4AD5-B008-A2BC8872A8FD}">
      <dgm:prSet/>
      <dgm:spPr/>
      <dgm:t>
        <a:bodyPr/>
        <a:lstStyle/>
        <a:p>
          <a:endParaRPr lang="en-US"/>
        </a:p>
      </dgm:t>
    </dgm:pt>
    <dgm:pt modelId="{7C16A365-8F7F-4793-971D-D302A17E7188}">
      <dgm:prSet/>
      <dgm:spPr/>
      <dgm:t>
        <a:bodyPr/>
        <a:lstStyle/>
        <a:p>
          <a:r>
            <a:rPr lang="en-JM"/>
            <a:t>Jcf Officer</a:t>
          </a:r>
          <a:endParaRPr lang="en-US"/>
        </a:p>
      </dgm:t>
    </dgm:pt>
    <dgm:pt modelId="{9C90CEAA-2131-40D8-A8B3-1F18C909E329}" type="parTrans" cxnId="{FD0EA42C-116F-4A82-966B-618463A632AF}">
      <dgm:prSet/>
      <dgm:spPr/>
      <dgm:t>
        <a:bodyPr/>
        <a:lstStyle/>
        <a:p>
          <a:endParaRPr lang="en-US"/>
        </a:p>
      </dgm:t>
    </dgm:pt>
    <dgm:pt modelId="{7887EA27-5446-40E0-906D-F17DB5980AC1}" type="sibTrans" cxnId="{FD0EA42C-116F-4A82-966B-618463A632AF}">
      <dgm:prSet/>
      <dgm:spPr/>
      <dgm:t>
        <a:bodyPr/>
        <a:lstStyle/>
        <a:p>
          <a:endParaRPr lang="en-US"/>
        </a:p>
      </dgm:t>
    </dgm:pt>
    <dgm:pt modelId="{7C78C31F-996F-4470-83A8-F9B109E88676}" type="pres">
      <dgm:prSet presAssocID="{8E24D339-4E4D-401B-A38E-3C9F5FCFE46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763A652-05BE-4D0B-A305-EAEACAF6B575}" type="pres">
      <dgm:prSet presAssocID="{63D1DE0C-AE07-4C46-B097-38BE588413BA}" presName="hierRoot1" presStyleCnt="0"/>
      <dgm:spPr/>
    </dgm:pt>
    <dgm:pt modelId="{F4D6ED26-9A1E-4DE6-9CED-38B2B257B56B}" type="pres">
      <dgm:prSet presAssocID="{63D1DE0C-AE07-4C46-B097-38BE588413BA}" presName="composite" presStyleCnt="0"/>
      <dgm:spPr/>
    </dgm:pt>
    <dgm:pt modelId="{B5184332-2CB9-4EFC-9676-C03156CEF036}" type="pres">
      <dgm:prSet presAssocID="{63D1DE0C-AE07-4C46-B097-38BE588413BA}" presName="background" presStyleLbl="node0" presStyleIdx="0" presStyleCnt="3"/>
      <dgm:spPr/>
    </dgm:pt>
    <dgm:pt modelId="{60DF664C-1120-401C-A9D7-CD5D434538FF}" type="pres">
      <dgm:prSet presAssocID="{63D1DE0C-AE07-4C46-B097-38BE588413BA}" presName="text" presStyleLbl="fgAcc0" presStyleIdx="0" presStyleCnt="3">
        <dgm:presLayoutVars>
          <dgm:chPref val="3"/>
        </dgm:presLayoutVars>
      </dgm:prSet>
      <dgm:spPr/>
    </dgm:pt>
    <dgm:pt modelId="{6A145F8F-3FEA-42E9-A15C-2921B5977C18}" type="pres">
      <dgm:prSet presAssocID="{63D1DE0C-AE07-4C46-B097-38BE588413BA}" presName="hierChild2" presStyleCnt="0"/>
      <dgm:spPr/>
    </dgm:pt>
    <dgm:pt modelId="{766F7E23-C207-4BBE-AFDF-C75CE11B4D1E}" type="pres">
      <dgm:prSet presAssocID="{F09737E7-166C-44E0-BF1F-D21890F9A173}" presName="hierRoot1" presStyleCnt="0"/>
      <dgm:spPr/>
    </dgm:pt>
    <dgm:pt modelId="{45D89D52-FDC7-45DC-BF2D-BDEC7A027516}" type="pres">
      <dgm:prSet presAssocID="{F09737E7-166C-44E0-BF1F-D21890F9A173}" presName="composite" presStyleCnt="0"/>
      <dgm:spPr/>
    </dgm:pt>
    <dgm:pt modelId="{DC63BE5F-69E2-4BD3-B9E9-C73C3720AD0C}" type="pres">
      <dgm:prSet presAssocID="{F09737E7-166C-44E0-BF1F-D21890F9A173}" presName="background" presStyleLbl="node0" presStyleIdx="1" presStyleCnt="3"/>
      <dgm:spPr/>
    </dgm:pt>
    <dgm:pt modelId="{60E903C3-7985-4390-B7F6-DA0EE2E695EB}" type="pres">
      <dgm:prSet presAssocID="{F09737E7-166C-44E0-BF1F-D21890F9A173}" presName="text" presStyleLbl="fgAcc0" presStyleIdx="1" presStyleCnt="3">
        <dgm:presLayoutVars>
          <dgm:chPref val="3"/>
        </dgm:presLayoutVars>
      </dgm:prSet>
      <dgm:spPr/>
    </dgm:pt>
    <dgm:pt modelId="{0EC5F71C-57C1-43C9-A9C3-674D5D540C06}" type="pres">
      <dgm:prSet presAssocID="{F09737E7-166C-44E0-BF1F-D21890F9A173}" presName="hierChild2" presStyleCnt="0"/>
      <dgm:spPr/>
    </dgm:pt>
    <dgm:pt modelId="{709C67A9-95AA-4A3B-9BA0-C2A2A3126046}" type="pres">
      <dgm:prSet presAssocID="{7C16A365-8F7F-4793-971D-D302A17E7188}" presName="hierRoot1" presStyleCnt="0"/>
      <dgm:spPr/>
    </dgm:pt>
    <dgm:pt modelId="{FFFD0E57-0BDF-4FA8-A68F-14B9444430CE}" type="pres">
      <dgm:prSet presAssocID="{7C16A365-8F7F-4793-971D-D302A17E7188}" presName="composite" presStyleCnt="0"/>
      <dgm:spPr/>
    </dgm:pt>
    <dgm:pt modelId="{7D3E53E5-6078-4420-984D-2E11973CF3E5}" type="pres">
      <dgm:prSet presAssocID="{7C16A365-8F7F-4793-971D-D302A17E7188}" presName="background" presStyleLbl="node0" presStyleIdx="2" presStyleCnt="3"/>
      <dgm:spPr/>
    </dgm:pt>
    <dgm:pt modelId="{69284E58-9D52-4753-B2AD-DBEB795CEC51}" type="pres">
      <dgm:prSet presAssocID="{7C16A365-8F7F-4793-971D-D302A17E7188}" presName="text" presStyleLbl="fgAcc0" presStyleIdx="2" presStyleCnt="3">
        <dgm:presLayoutVars>
          <dgm:chPref val="3"/>
        </dgm:presLayoutVars>
      </dgm:prSet>
      <dgm:spPr/>
    </dgm:pt>
    <dgm:pt modelId="{ED96E713-55C6-47FA-8132-A1EEA720936D}" type="pres">
      <dgm:prSet presAssocID="{7C16A365-8F7F-4793-971D-D302A17E7188}" presName="hierChild2" presStyleCnt="0"/>
      <dgm:spPr/>
    </dgm:pt>
  </dgm:ptLst>
  <dgm:cxnLst>
    <dgm:cxn modelId="{DA40FC1A-5F0F-4430-9158-C29EA142B791}" type="presOf" srcId="{7C16A365-8F7F-4793-971D-D302A17E7188}" destId="{69284E58-9D52-4753-B2AD-DBEB795CEC51}" srcOrd="0" destOrd="0" presId="urn:microsoft.com/office/officeart/2005/8/layout/hierarchy1"/>
    <dgm:cxn modelId="{FD0EA42C-116F-4A82-966B-618463A632AF}" srcId="{8E24D339-4E4D-401B-A38E-3C9F5FCFE463}" destId="{7C16A365-8F7F-4793-971D-D302A17E7188}" srcOrd="2" destOrd="0" parTransId="{9C90CEAA-2131-40D8-A8B3-1F18C909E329}" sibTransId="{7887EA27-5446-40E0-906D-F17DB5980AC1}"/>
    <dgm:cxn modelId="{90E3F04A-F1C7-4D5F-AEA4-42E7817EDEE5}" type="presOf" srcId="{F09737E7-166C-44E0-BF1F-D21890F9A173}" destId="{60E903C3-7985-4390-B7F6-DA0EE2E695EB}" srcOrd="0" destOrd="0" presId="urn:microsoft.com/office/officeart/2005/8/layout/hierarchy1"/>
    <dgm:cxn modelId="{2B5494A9-801A-4228-865B-7A725F62A65C}" srcId="{8E24D339-4E4D-401B-A38E-3C9F5FCFE463}" destId="{63D1DE0C-AE07-4C46-B097-38BE588413BA}" srcOrd="0" destOrd="0" parTransId="{EB3B8BE3-0BFB-4A06-9B08-89F6904A941F}" sibTransId="{C869F6C9-ABB8-48DF-8DE8-BF08A4E62F79}"/>
    <dgm:cxn modelId="{358EE4C8-9E13-401F-A667-605600C5AF3C}" type="presOf" srcId="{63D1DE0C-AE07-4C46-B097-38BE588413BA}" destId="{60DF664C-1120-401C-A9D7-CD5D434538FF}" srcOrd="0" destOrd="0" presId="urn:microsoft.com/office/officeart/2005/8/layout/hierarchy1"/>
    <dgm:cxn modelId="{93AF8ECB-5771-4AD5-B008-A2BC8872A8FD}" srcId="{8E24D339-4E4D-401B-A38E-3C9F5FCFE463}" destId="{F09737E7-166C-44E0-BF1F-D21890F9A173}" srcOrd="1" destOrd="0" parTransId="{68F6CDDD-71EF-4884-BCC5-36001A15AF26}" sibTransId="{40AC8BBA-3F40-4017-8077-798F6CB2A32A}"/>
    <dgm:cxn modelId="{11D80EDA-C93D-499A-AB74-6F782809ADDD}" type="presOf" srcId="{8E24D339-4E4D-401B-A38E-3C9F5FCFE463}" destId="{7C78C31F-996F-4470-83A8-F9B109E88676}" srcOrd="0" destOrd="0" presId="urn:microsoft.com/office/officeart/2005/8/layout/hierarchy1"/>
    <dgm:cxn modelId="{6145BF2F-694D-44AB-98C3-1337F05C0973}" type="presParOf" srcId="{7C78C31F-996F-4470-83A8-F9B109E88676}" destId="{F763A652-05BE-4D0B-A305-EAEACAF6B575}" srcOrd="0" destOrd="0" presId="urn:microsoft.com/office/officeart/2005/8/layout/hierarchy1"/>
    <dgm:cxn modelId="{32F7A091-B5E2-4427-B1E1-F1C1170C9EB8}" type="presParOf" srcId="{F763A652-05BE-4D0B-A305-EAEACAF6B575}" destId="{F4D6ED26-9A1E-4DE6-9CED-38B2B257B56B}" srcOrd="0" destOrd="0" presId="urn:microsoft.com/office/officeart/2005/8/layout/hierarchy1"/>
    <dgm:cxn modelId="{0FA1E7A0-07E8-4FEA-BA3B-0CEF7DC47D94}" type="presParOf" srcId="{F4D6ED26-9A1E-4DE6-9CED-38B2B257B56B}" destId="{B5184332-2CB9-4EFC-9676-C03156CEF036}" srcOrd="0" destOrd="0" presId="urn:microsoft.com/office/officeart/2005/8/layout/hierarchy1"/>
    <dgm:cxn modelId="{8B9A9FCD-E139-42CC-967D-AEFEBA89E5E4}" type="presParOf" srcId="{F4D6ED26-9A1E-4DE6-9CED-38B2B257B56B}" destId="{60DF664C-1120-401C-A9D7-CD5D434538FF}" srcOrd="1" destOrd="0" presId="urn:microsoft.com/office/officeart/2005/8/layout/hierarchy1"/>
    <dgm:cxn modelId="{42AD14E9-3264-4ED6-91E2-14141E5092D0}" type="presParOf" srcId="{F763A652-05BE-4D0B-A305-EAEACAF6B575}" destId="{6A145F8F-3FEA-42E9-A15C-2921B5977C18}" srcOrd="1" destOrd="0" presId="urn:microsoft.com/office/officeart/2005/8/layout/hierarchy1"/>
    <dgm:cxn modelId="{0061EAB5-0D4B-45E7-AF66-AA4F81EBFAD7}" type="presParOf" srcId="{7C78C31F-996F-4470-83A8-F9B109E88676}" destId="{766F7E23-C207-4BBE-AFDF-C75CE11B4D1E}" srcOrd="1" destOrd="0" presId="urn:microsoft.com/office/officeart/2005/8/layout/hierarchy1"/>
    <dgm:cxn modelId="{53EBE501-DB32-4478-A262-7F204A4F8E28}" type="presParOf" srcId="{766F7E23-C207-4BBE-AFDF-C75CE11B4D1E}" destId="{45D89D52-FDC7-45DC-BF2D-BDEC7A027516}" srcOrd="0" destOrd="0" presId="urn:microsoft.com/office/officeart/2005/8/layout/hierarchy1"/>
    <dgm:cxn modelId="{90FB765E-080E-4C65-94AB-3B896462A707}" type="presParOf" srcId="{45D89D52-FDC7-45DC-BF2D-BDEC7A027516}" destId="{DC63BE5F-69E2-4BD3-B9E9-C73C3720AD0C}" srcOrd="0" destOrd="0" presId="urn:microsoft.com/office/officeart/2005/8/layout/hierarchy1"/>
    <dgm:cxn modelId="{EAE5B202-AA3D-474A-AB76-9FDFF273DBD2}" type="presParOf" srcId="{45D89D52-FDC7-45DC-BF2D-BDEC7A027516}" destId="{60E903C3-7985-4390-B7F6-DA0EE2E695EB}" srcOrd="1" destOrd="0" presId="urn:microsoft.com/office/officeart/2005/8/layout/hierarchy1"/>
    <dgm:cxn modelId="{FAEF6D9F-B44C-41A8-8C28-D4F306F97A15}" type="presParOf" srcId="{766F7E23-C207-4BBE-AFDF-C75CE11B4D1E}" destId="{0EC5F71C-57C1-43C9-A9C3-674D5D540C06}" srcOrd="1" destOrd="0" presId="urn:microsoft.com/office/officeart/2005/8/layout/hierarchy1"/>
    <dgm:cxn modelId="{679C3CF0-AE4B-4801-9AE5-4C6D775C5A90}" type="presParOf" srcId="{7C78C31F-996F-4470-83A8-F9B109E88676}" destId="{709C67A9-95AA-4A3B-9BA0-C2A2A3126046}" srcOrd="2" destOrd="0" presId="urn:microsoft.com/office/officeart/2005/8/layout/hierarchy1"/>
    <dgm:cxn modelId="{FC3E19EB-2E4D-4DEF-A0AC-22A886D7026F}" type="presParOf" srcId="{709C67A9-95AA-4A3B-9BA0-C2A2A3126046}" destId="{FFFD0E57-0BDF-4FA8-A68F-14B9444430CE}" srcOrd="0" destOrd="0" presId="urn:microsoft.com/office/officeart/2005/8/layout/hierarchy1"/>
    <dgm:cxn modelId="{FF8B108E-156C-4780-8D6A-A8F550209453}" type="presParOf" srcId="{FFFD0E57-0BDF-4FA8-A68F-14B9444430CE}" destId="{7D3E53E5-6078-4420-984D-2E11973CF3E5}" srcOrd="0" destOrd="0" presId="urn:microsoft.com/office/officeart/2005/8/layout/hierarchy1"/>
    <dgm:cxn modelId="{EF0A8065-3D5B-4172-B8AF-7D39D56CEE23}" type="presParOf" srcId="{FFFD0E57-0BDF-4FA8-A68F-14B9444430CE}" destId="{69284E58-9D52-4753-B2AD-DBEB795CEC51}" srcOrd="1" destOrd="0" presId="urn:microsoft.com/office/officeart/2005/8/layout/hierarchy1"/>
    <dgm:cxn modelId="{691C3BAC-FD4C-44A4-8056-3A4AFD486C1F}" type="presParOf" srcId="{709C67A9-95AA-4A3B-9BA0-C2A2A3126046}" destId="{ED96E713-55C6-47FA-8132-A1EEA720936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184332-2CB9-4EFC-9676-C03156CEF036}">
      <dsp:nvSpPr>
        <dsp:cNvPr id="0" name=""/>
        <dsp:cNvSpPr/>
      </dsp:nvSpPr>
      <dsp:spPr>
        <a:xfrm>
          <a:off x="0" y="780157"/>
          <a:ext cx="2893218" cy="183719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DF664C-1120-401C-A9D7-CD5D434538FF}">
      <dsp:nvSpPr>
        <dsp:cNvPr id="0" name=""/>
        <dsp:cNvSpPr/>
      </dsp:nvSpPr>
      <dsp:spPr>
        <a:xfrm>
          <a:off x="321468" y="1085553"/>
          <a:ext cx="2893218" cy="18371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JM" sz="4100" kern="1200" dirty="0"/>
            <a:t>Driver</a:t>
          </a:r>
          <a:endParaRPr lang="en-US" sz="4100" kern="1200" dirty="0"/>
        </a:p>
      </dsp:txBody>
      <dsp:txXfrm>
        <a:off x="375278" y="1139363"/>
        <a:ext cx="2785598" cy="1729573"/>
      </dsp:txXfrm>
    </dsp:sp>
    <dsp:sp modelId="{DC63BE5F-69E2-4BD3-B9E9-C73C3720AD0C}">
      <dsp:nvSpPr>
        <dsp:cNvPr id="0" name=""/>
        <dsp:cNvSpPr/>
      </dsp:nvSpPr>
      <dsp:spPr>
        <a:xfrm>
          <a:off x="3536156" y="780157"/>
          <a:ext cx="2893218" cy="183719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E903C3-7985-4390-B7F6-DA0EE2E695EB}">
      <dsp:nvSpPr>
        <dsp:cNvPr id="0" name=""/>
        <dsp:cNvSpPr/>
      </dsp:nvSpPr>
      <dsp:spPr>
        <a:xfrm>
          <a:off x="3857625" y="1085553"/>
          <a:ext cx="2893218" cy="18371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JM" sz="4100" kern="1200"/>
            <a:t>Processing Officer</a:t>
          </a:r>
          <a:endParaRPr lang="en-US" sz="4100" kern="1200"/>
        </a:p>
      </dsp:txBody>
      <dsp:txXfrm>
        <a:off x="3911435" y="1139363"/>
        <a:ext cx="2785598" cy="1729573"/>
      </dsp:txXfrm>
    </dsp:sp>
    <dsp:sp modelId="{7D3E53E5-6078-4420-984D-2E11973CF3E5}">
      <dsp:nvSpPr>
        <dsp:cNvPr id="0" name=""/>
        <dsp:cNvSpPr/>
      </dsp:nvSpPr>
      <dsp:spPr>
        <a:xfrm>
          <a:off x="7072312" y="780157"/>
          <a:ext cx="2893218" cy="183719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284E58-9D52-4753-B2AD-DBEB795CEC51}">
      <dsp:nvSpPr>
        <dsp:cNvPr id="0" name=""/>
        <dsp:cNvSpPr/>
      </dsp:nvSpPr>
      <dsp:spPr>
        <a:xfrm>
          <a:off x="7393781" y="1085553"/>
          <a:ext cx="2893218" cy="18371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JM" sz="4100" kern="1200"/>
            <a:t>Jcf Officer</a:t>
          </a:r>
          <a:endParaRPr lang="en-US" sz="4100" kern="1200"/>
        </a:p>
      </dsp:txBody>
      <dsp:txXfrm>
        <a:off x="7447591" y="1139363"/>
        <a:ext cx="2785598" cy="17295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JM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CE36A9-8D08-4C8C-99DA-301FAE775AD8}" type="datetimeFigureOut">
              <a:rPr lang="en-JM" smtClean="0"/>
              <a:t>30/11/2024</a:t>
            </a:fld>
            <a:endParaRPr lang="en-JM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JM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M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JM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352076-40FF-493D-83A0-01A8EF09F3A3}" type="slidenum">
              <a:rPr lang="en-JM" smtClean="0"/>
              <a:t>‹#›</a:t>
            </a:fld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2631825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M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52076-40FF-493D-83A0-01A8EF09F3A3}" type="slidenum">
              <a:rPr lang="en-JM" smtClean="0"/>
              <a:t>4</a:t>
            </a:fld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1407442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M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52076-40FF-493D-83A0-01A8EF09F3A3}" type="slidenum">
              <a:rPr lang="en-JM" smtClean="0"/>
              <a:t>6</a:t>
            </a:fld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28212787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M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52076-40FF-493D-83A0-01A8EF09F3A3}" type="slidenum">
              <a:rPr lang="en-JM" smtClean="0"/>
              <a:t>13</a:t>
            </a:fld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30514949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M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52076-40FF-493D-83A0-01A8EF09F3A3}" type="slidenum">
              <a:rPr lang="en-JM" smtClean="0"/>
              <a:t>28</a:t>
            </a:fld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1715196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D96F2-02BD-E71F-EFBD-14FECCF2D3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7172325" cy="3152251"/>
          </a:xfrm>
        </p:spPr>
        <p:txBody>
          <a:bodyPr anchor="b"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E90113-E8E1-4E48-41BC-583802BFC9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0137"/>
            <a:ext cx="7172325" cy="1122363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C7EE5-BFF0-D779-4261-E239DB450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89492-34ED-FE24-4F29-E4C8F5497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0C886-7F1E-7BC1-9A9E-B24C2AC2F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74AEE6-9CA7-5247-DC34-99634247DF50}"/>
              </a:ext>
            </a:extLst>
          </p:cNvPr>
          <p:cNvCxnSpPr>
            <a:cxnSpLocks/>
          </p:cNvCxnSpPr>
          <p:nvPr/>
        </p:nvCxnSpPr>
        <p:spPr>
          <a:xfrm>
            <a:off x="1638300" y="459663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1253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532FD-157B-437C-E9D5-B66E8B3B1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90A51-A7E8-7A6A-5FD0-F9B250BE4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8C8B8-F999-7D95-435D-17CE6ACCD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27265-C89C-937F-1DA3-F377F6877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EB89E-4530-3632-3485-F481DB042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767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8056A-761D-1DBC-276A-2A46D153C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1613" y="1355763"/>
            <a:ext cx="6972300" cy="2255794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904B3-6AC1-19D5-3EAE-2009A3B4C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4921820"/>
            <a:ext cx="5524500" cy="1150934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A2A86D-493D-5BF6-8AA6-F1231E3BA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CCD76-6623-164A-7BFA-207AFA057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64312-1F20-5486-62B0-A8BB8829D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703F1C9-9114-4426-6F07-F7FF9CCD5FC4}"/>
              </a:ext>
            </a:extLst>
          </p:cNvPr>
          <p:cNvCxnSpPr>
            <a:cxnSpLocks/>
          </p:cNvCxnSpPr>
          <p:nvPr/>
        </p:nvCxnSpPr>
        <p:spPr>
          <a:xfrm>
            <a:off x="1638300" y="459663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3293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CFC4C-4D16-E5A8-F934-8B158F6F2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BDE54-F935-945D-3E4F-B659695E84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52500" y="2286002"/>
            <a:ext cx="5067300" cy="389096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8F3710-E06B-05DE-937A-C92E52569E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286001"/>
            <a:ext cx="5067300" cy="38909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302EFD-42D3-11C1-677E-0E478B93F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4C2F08-0D93-B14B-6106-2925DF3E1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5DE81-F2AB-CCB9-8B68-5E4F31011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76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2D81B-4E36-1511-E9A7-8FB931B41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1004888"/>
            <a:ext cx="10287000" cy="90011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FA73DE-183B-9473-20AD-2D3BFED84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1" y="2085959"/>
            <a:ext cx="4886325" cy="590566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70FB3D-60AC-DEF2-4472-31B4E076CB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2501" y="3048001"/>
            <a:ext cx="4886325" cy="322263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6E5BDB-B29C-788F-E2FB-6C154E8FE8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53174" y="2085959"/>
            <a:ext cx="4886325" cy="590566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13FF49-3276-24CA-BC81-FA92C0A930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53174" y="3048000"/>
            <a:ext cx="4886325" cy="322263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8FA1C8-C196-9BE1-F603-3FC17EDD9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B79692-E142-E1D7-AD17-30C5F1365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90FCF2-7B78-2A2A-F878-58335FEA3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C2D0356-1ECF-682B-F87A-811BDD28B2CB}"/>
              </a:ext>
            </a:extLst>
          </p:cNvPr>
          <p:cNvCxnSpPr>
            <a:cxnSpLocks/>
          </p:cNvCxnSpPr>
          <p:nvPr/>
        </p:nvCxnSpPr>
        <p:spPr>
          <a:xfrm>
            <a:off x="1052513" y="287681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906CA06-9701-E645-C0A5-594B227B288F}"/>
              </a:ext>
            </a:extLst>
          </p:cNvPr>
          <p:cNvCxnSpPr>
            <a:cxnSpLocks/>
          </p:cNvCxnSpPr>
          <p:nvPr/>
        </p:nvCxnSpPr>
        <p:spPr>
          <a:xfrm>
            <a:off x="6435725" y="287681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8521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214DA-C0D4-E152-7F42-F6352C961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914400"/>
            <a:ext cx="9715500" cy="9906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C2AA04-1E84-460C-F560-A228F930F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AB260E-3910-7D1B-5074-24F5F0AB5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2020F1-A878-9B80-6B4F-7D71406BB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302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7652D6-7AE9-3E3B-5C1B-2B4399B15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A7127E-2A63-6F45-4C40-835843630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56FB79-D9D1-5381-0019-E24F8B4DA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321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C23B5-7DA9-0E4F-DA39-4624DB8A2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369065"/>
            <a:ext cx="3266536" cy="2312979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A5E77-518A-1FB9-B473-E19CADE04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4423" y="987425"/>
            <a:ext cx="5615077" cy="4873625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65344F-7D06-2406-D113-D24587835D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24000" y="3947801"/>
            <a:ext cx="3266536" cy="2382838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2BE708-BAD0-A0A6-9332-9D2179E67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A70050-9362-4EC4-6B73-3A38445B7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CDA991-8608-CAB4-33FA-03D380D2F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307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7B837-332D-9100-E007-7DE279481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99" y="1385457"/>
            <a:ext cx="3312543" cy="2304288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0DE983-0B0E-07CC-8C57-4EA529E27D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24423" y="957263"/>
            <a:ext cx="5372189" cy="4962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CAB867-3FC6-5007-61B0-D9B7E5B0CE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24000" y="3958315"/>
            <a:ext cx="3312542" cy="196147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C7E0F-BFE1-7134-163B-B777970B7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395D0B-4F98-F3BE-FB23-22D8C5D41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B2E3D-2188-B7A9-0ECE-978147358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670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F4143-3C41-D626-8F64-36A9C9F1A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914400"/>
            <a:ext cx="9962791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52C4FB-B560-A0FC-6435-952981BC9A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52500" y="2285997"/>
            <a:ext cx="9962791" cy="38909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CEC4F-0A90-11E2-E43E-B9E765AFB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2A5B4-1D77-B0AC-49E7-CAE9556B1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96EF9-2FDA-8E87-D546-8840CEBF0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657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085AB7-38B3-7F80-0B2D-7960F56375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24513" y="1052423"/>
            <a:ext cx="1771292" cy="491705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ADBDC3-E9EA-8699-B2E4-4C7784455B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6414" y="1052424"/>
            <a:ext cx="7873043" cy="491705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DBEDE-3A67-6FCA-25F3-B91F7C82E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EFF51-4318-20EA-3A3A-8FE203B1A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D9703-5BAD-DE95-98D9-0F30E7C09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393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5258B98-3BD5-0A20-B0E7-944EAEB2654A}"/>
              </a:ext>
            </a:extLst>
          </p:cNvPr>
          <p:cNvSpPr/>
          <p:nvPr/>
        </p:nvSpPr>
        <p:spPr>
          <a:xfrm>
            <a:off x="0" y="3510612"/>
            <a:ext cx="12192000" cy="3347388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D404C1-E8A5-65FC-C068-21EA0397E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757238"/>
            <a:ext cx="10287000" cy="1147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DCFD78-F171-BA47-AAF3-C6EB75F94C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0" y="2285997"/>
            <a:ext cx="10287000" cy="3890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65A77-B1AB-D608-A6C5-F0F99B6913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68087" y="4756249"/>
            <a:ext cx="24763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9D0D92BC-42A9-434B-8530-ADBF4485E407}" type="datetimeFigureOut">
              <a:rPr lang="en-US" smtClean="0"/>
              <a:pPr/>
              <a:t>11/30/2024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E34E5-5E9B-7786-05B5-B93241EE2F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89519" y="1758059"/>
            <a:ext cx="24334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5CD4B-611E-32FA-419D-326099EEF3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9542" y="3246437"/>
            <a:ext cx="5333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fld id="{A0289F9E-9962-4B7B-BA18-A15907CCC6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031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56032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521208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9496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832104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760E4C7-47B8-4356-ABCA-CC9C79E2D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blue and purple wavy lines&#10;&#10;Description automatically generated">
            <a:extLst>
              <a:ext uri="{FF2B5EF4-FFF2-40B4-BE49-F238E27FC236}">
                <a16:creationId xmlns:a16="http://schemas.microsoft.com/office/drawing/2014/main" id="{BEABB69F-B453-6BDE-AACC-A8FD9B4A75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l="254" r="10836"/>
          <a:stretch/>
        </p:blipFill>
        <p:spPr>
          <a:xfrm>
            <a:off x="20" y="1571"/>
            <a:ext cx="12191980" cy="6856429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F0586C3-A19F-D214-ABDE-30AD5B6669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17342" y="1250342"/>
            <a:ext cx="4357316" cy="4357316"/>
          </a:xfrm>
          <a:custGeom>
            <a:avLst/>
            <a:gdLst>
              <a:gd name="connsiteX0" fmla="*/ 2178658 w 4357316"/>
              <a:gd name="connsiteY0" fmla="*/ 0 h 4357316"/>
              <a:gd name="connsiteX1" fmla="*/ 4357316 w 4357316"/>
              <a:gd name="connsiteY1" fmla="*/ 2178658 h 4357316"/>
              <a:gd name="connsiteX2" fmla="*/ 2178658 w 4357316"/>
              <a:gd name="connsiteY2" fmla="*/ 4357316 h 4357316"/>
              <a:gd name="connsiteX3" fmla="*/ 0 w 4357316"/>
              <a:gd name="connsiteY3" fmla="*/ 2178658 h 4357316"/>
              <a:gd name="connsiteX4" fmla="*/ 2178658 w 4357316"/>
              <a:gd name="connsiteY4" fmla="*/ 0 h 435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57316" h="4357316">
                <a:moveTo>
                  <a:pt x="2178658" y="0"/>
                </a:moveTo>
                <a:cubicBezTo>
                  <a:pt x="3381898" y="0"/>
                  <a:pt x="4357316" y="975418"/>
                  <a:pt x="4357316" y="2178658"/>
                </a:cubicBezTo>
                <a:cubicBezTo>
                  <a:pt x="4357316" y="3381898"/>
                  <a:pt x="3381898" y="4357316"/>
                  <a:pt x="2178658" y="4357316"/>
                </a:cubicBezTo>
                <a:cubicBezTo>
                  <a:pt x="975418" y="4357316"/>
                  <a:pt x="0" y="3381898"/>
                  <a:pt x="0" y="2178658"/>
                </a:cubicBezTo>
                <a:cubicBezTo>
                  <a:pt x="0" y="975418"/>
                  <a:pt x="975418" y="0"/>
                  <a:pt x="217865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20000"/>
                </a:schemeClr>
              </a:gs>
              <a:gs pos="7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781D55-0737-6223-B4EA-E8E9D86D8E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8161" y="2211978"/>
            <a:ext cx="3535679" cy="1425728"/>
          </a:xfrm>
        </p:spPr>
        <p:txBody>
          <a:bodyPr anchor="b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JM" sz="2600" dirty="0"/>
              <a:t>Object – Oriented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1ED56B-62FE-6FDA-139C-E910B38757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4249360"/>
            <a:ext cx="3048000" cy="877585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JM" sz="1300" dirty="0"/>
              <a:t>Group Project </a:t>
            </a:r>
          </a:p>
          <a:p>
            <a:pPr algn="ctr">
              <a:lnSpc>
                <a:spcPct val="110000"/>
              </a:lnSpc>
            </a:pPr>
            <a:r>
              <a:rPr lang="en-JM" sz="1300" dirty="0"/>
              <a:t>Kadedra Mason, Abigail Bembridge, Kaif Brown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14C5C93-B9E9-4392-ADCF-ABF21209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10423" y="395468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9414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C8B38D4-9D92-4608-A16B-260E8CC21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E0E5EC-4417-C5FC-3575-5458A28FB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762001"/>
            <a:ext cx="9144000" cy="869092"/>
          </a:xfrm>
        </p:spPr>
        <p:txBody>
          <a:bodyPr>
            <a:normAutofit/>
          </a:bodyPr>
          <a:lstStyle/>
          <a:p>
            <a:pPr algn="ctr"/>
            <a:r>
              <a:rPr lang="en-JM"/>
              <a:t>Objectives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B25D2F4-7A0E-ACA7-3A97-AEE028D25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3737234"/>
            <a:ext cx="12192000" cy="3120318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8B28E2D6-1D23-D099-2644-9B025FE7E1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7507072"/>
              </p:ext>
            </p:extLst>
          </p:nvPr>
        </p:nvGraphicFramePr>
        <p:xfrm>
          <a:off x="952500" y="2393094"/>
          <a:ext cx="10287000" cy="37029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7452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5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760E4C7-47B8-4356-ABCA-CC9C79E2D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Video 3" descr="Animated Yellow Taxi">
            <a:extLst>
              <a:ext uri="{FF2B5EF4-FFF2-40B4-BE49-F238E27FC236}">
                <a16:creationId xmlns:a16="http://schemas.microsoft.com/office/drawing/2014/main" id="{DE07831A-DB52-F09F-33F5-077EB75BDB0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>
            <a:alphaModFix/>
          </a:blip>
          <a:srcRect t="307" r="-1" b="-1"/>
          <a:stretch/>
        </p:blipFill>
        <p:spPr>
          <a:xfrm>
            <a:off x="20" y="1571"/>
            <a:ext cx="12191980" cy="6856429"/>
          </a:xfrm>
          <a:prstGeom prst="rect">
            <a:avLst/>
          </a:prstGeom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3174E83-2682-EA33-BF59-CACA1385E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65342" y="1250342"/>
            <a:ext cx="4357316" cy="4357316"/>
          </a:xfrm>
          <a:custGeom>
            <a:avLst/>
            <a:gdLst>
              <a:gd name="connsiteX0" fmla="*/ 2178658 w 4357316"/>
              <a:gd name="connsiteY0" fmla="*/ 0 h 4357316"/>
              <a:gd name="connsiteX1" fmla="*/ 4357316 w 4357316"/>
              <a:gd name="connsiteY1" fmla="*/ 2178658 h 4357316"/>
              <a:gd name="connsiteX2" fmla="*/ 2178658 w 4357316"/>
              <a:gd name="connsiteY2" fmla="*/ 4357316 h 4357316"/>
              <a:gd name="connsiteX3" fmla="*/ 0 w 4357316"/>
              <a:gd name="connsiteY3" fmla="*/ 2178658 h 4357316"/>
              <a:gd name="connsiteX4" fmla="*/ 2178658 w 4357316"/>
              <a:gd name="connsiteY4" fmla="*/ 0 h 435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57316" h="4357316">
                <a:moveTo>
                  <a:pt x="2178658" y="0"/>
                </a:moveTo>
                <a:cubicBezTo>
                  <a:pt x="3381898" y="0"/>
                  <a:pt x="4357316" y="975418"/>
                  <a:pt x="4357316" y="2178658"/>
                </a:cubicBezTo>
                <a:cubicBezTo>
                  <a:pt x="4357316" y="3381898"/>
                  <a:pt x="3381898" y="4357316"/>
                  <a:pt x="2178658" y="4357316"/>
                </a:cubicBezTo>
                <a:cubicBezTo>
                  <a:pt x="975418" y="4357316"/>
                  <a:pt x="0" y="3381898"/>
                  <a:pt x="0" y="2178658"/>
                </a:cubicBezTo>
                <a:cubicBezTo>
                  <a:pt x="0" y="975418"/>
                  <a:pt x="975418" y="0"/>
                  <a:pt x="217865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20000"/>
                </a:schemeClr>
              </a:gs>
              <a:gs pos="7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015B3D-437B-7187-8909-D5013EF5FC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76161" y="2211978"/>
            <a:ext cx="3535679" cy="1425728"/>
          </a:xfrm>
        </p:spPr>
        <p:txBody>
          <a:bodyPr anchor="b">
            <a:normAutofit/>
          </a:bodyPr>
          <a:lstStyle/>
          <a:p>
            <a:pPr algn="ctr"/>
            <a:r>
              <a:rPr lang="en-JM" dirty="0"/>
              <a:t>DRIVER</a:t>
            </a:r>
            <a:endParaRPr lang="en-JM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D8181E6-BF6C-7868-46D1-88E2970D0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8423" y="395142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3293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83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5258B98-3BD5-0A20-B0E7-944EAEB26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10612"/>
            <a:ext cx="12192000" cy="3347388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C74AEE6-9CA7-5247-DC34-99634247D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38300" y="459663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760E4C7-47B8-4356-ABCA-CC9C79E2D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3DF0E57-1A01-1287-F185-1E2A50BC9A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5999" cy="6858000"/>
          </a:xfrm>
          <a:prstGeom prst="rect">
            <a:avLst/>
          </a:prstGeom>
          <a:gradFill>
            <a:gsLst>
              <a:gs pos="20000">
                <a:schemeClr val="accent1">
                  <a:lumMod val="60000"/>
                  <a:lumOff val="40000"/>
                  <a:alpha val="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31E7ECB0-9922-6747-31BF-7EB047B9DC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9341" y="1247985"/>
            <a:ext cx="4357316" cy="4357316"/>
          </a:xfrm>
          <a:custGeom>
            <a:avLst/>
            <a:gdLst>
              <a:gd name="connsiteX0" fmla="*/ 2178658 w 4357316"/>
              <a:gd name="connsiteY0" fmla="*/ 0 h 4357316"/>
              <a:gd name="connsiteX1" fmla="*/ 4357316 w 4357316"/>
              <a:gd name="connsiteY1" fmla="*/ 2178658 h 4357316"/>
              <a:gd name="connsiteX2" fmla="*/ 2178658 w 4357316"/>
              <a:gd name="connsiteY2" fmla="*/ 4357316 h 4357316"/>
              <a:gd name="connsiteX3" fmla="*/ 0 w 4357316"/>
              <a:gd name="connsiteY3" fmla="*/ 2178658 h 4357316"/>
              <a:gd name="connsiteX4" fmla="*/ 2178658 w 4357316"/>
              <a:gd name="connsiteY4" fmla="*/ 0 h 435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57316" h="4357316">
                <a:moveTo>
                  <a:pt x="2178658" y="0"/>
                </a:moveTo>
                <a:cubicBezTo>
                  <a:pt x="3381898" y="0"/>
                  <a:pt x="4357316" y="975418"/>
                  <a:pt x="4357316" y="2178658"/>
                </a:cubicBezTo>
                <a:cubicBezTo>
                  <a:pt x="4357316" y="3381898"/>
                  <a:pt x="3381898" y="4357316"/>
                  <a:pt x="2178658" y="4357316"/>
                </a:cubicBezTo>
                <a:cubicBezTo>
                  <a:pt x="975418" y="4357316"/>
                  <a:pt x="0" y="3381898"/>
                  <a:pt x="0" y="2178658"/>
                </a:cubicBezTo>
                <a:cubicBezTo>
                  <a:pt x="0" y="975418"/>
                  <a:pt x="975418" y="0"/>
                  <a:pt x="2178658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D23D10-2A3E-3CD9-12B9-CF70F6F66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69" y="2302626"/>
            <a:ext cx="3936275" cy="135170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/>
              <a:t>Log in-using </a:t>
            </a:r>
            <a:r>
              <a:rPr lang="en-US" dirty="0" err="1"/>
              <a:t>trn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5986FC0-96CD-DC42-A7AC-DC0A34306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210D739F-CA63-EA29-D06E-FF4DE912A7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048500" y="2211188"/>
            <a:ext cx="4274159" cy="2415239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4A2E728-2449-3576-AC12-C70878F4B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562423" y="395142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3832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669F72C-E3FB-4C48-AEBD-AF7AC0D74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0B6324-6A1A-B7EA-C516-602D92107A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5999" cy="6858000"/>
          </a:xfrm>
          <a:prstGeom prst="rect">
            <a:avLst/>
          </a:prstGeom>
          <a:gradFill>
            <a:gsLst>
              <a:gs pos="20000">
                <a:schemeClr val="accent1">
                  <a:lumMod val="60000"/>
                  <a:lumOff val="40000"/>
                  <a:alpha val="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E0508C3-90C1-757B-0304-C22A54C40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9341" y="1247985"/>
            <a:ext cx="4357316" cy="4357316"/>
          </a:xfrm>
          <a:custGeom>
            <a:avLst/>
            <a:gdLst>
              <a:gd name="connsiteX0" fmla="*/ 2178658 w 4357316"/>
              <a:gd name="connsiteY0" fmla="*/ 0 h 4357316"/>
              <a:gd name="connsiteX1" fmla="*/ 4357316 w 4357316"/>
              <a:gd name="connsiteY1" fmla="*/ 2178658 h 4357316"/>
              <a:gd name="connsiteX2" fmla="*/ 2178658 w 4357316"/>
              <a:gd name="connsiteY2" fmla="*/ 4357316 h 4357316"/>
              <a:gd name="connsiteX3" fmla="*/ 0 w 4357316"/>
              <a:gd name="connsiteY3" fmla="*/ 2178658 h 4357316"/>
              <a:gd name="connsiteX4" fmla="*/ 2178658 w 4357316"/>
              <a:gd name="connsiteY4" fmla="*/ 0 h 435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57316" h="4357316">
                <a:moveTo>
                  <a:pt x="2178658" y="0"/>
                </a:moveTo>
                <a:cubicBezTo>
                  <a:pt x="3381898" y="0"/>
                  <a:pt x="4357316" y="975418"/>
                  <a:pt x="4357316" y="2178658"/>
                </a:cubicBezTo>
                <a:cubicBezTo>
                  <a:pt x="4357316" y="3381898"/>
                  <a:pt x="3381898" y="4357316"/>
                  <a:pt x="2178658" y="4357316"/>
                </a:cubicBezTo>
                <a:cubicBezTo>
                  <a:pt x="975418" y="4357316"/>
                  <a:pt x="0" y="3381898"/>
                  <a:pt x="0" y="2178658"/>
                </a:cubicBezTo>
                <a:cubicBezTo>
                  <a:pt x="0" y="975418"/>
                  <a:pt x="975418" y="0"/>
                  <a:pt x="217865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7BE126-CAC7-64B0-4990-1A1FE2636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2313" y="2288987"/>
            <a:ext cx="3756612" cy="2283013"/>
          </a:xfrm>
        </p:spPr>
        <p:txBody>
          <a:bodyPr anchor="ctr">
            <a:normAutofit/>
          </a:bodyPr>
          <a:lstStyle/>
          <a:p>
            <a:pPr algn="ctr"/>
            <a:r>
              <a:rPr lang="en-JM" dirty="0"/>
              <a:t>MAIN MENU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9ADC05-2E41-F02B-2C08-E86A8B09DC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9B608996-1717-75C8-DDD8-45E57061A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87" y="2099996"/>
            <a:ext cx="3891735" cy="2472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885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5258B98-3BD5-0A20-B0E7-944EAEB26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10612"/>
            <a:ext cx="12192000" cy="3347388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C74AEE6-9CA7-5247-DC34-99634247D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38300" y="459663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760E4C7-47B8-4356-ABCA-CC9C79E2D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3DF0E57-1A01-1287-F185-1E2A50BC9A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5999" cy="6858000"/>
          </a:xfrm>
          <a:prstGeom prst="rect">
            <a:avLst/>
          </a:prstGeom>
          <a:gradFill>
            <a:gsLst>
              <a:gs pos="20000">
                <a:schemeClr val="accent1">
                  <a:lumMod val="60000"/>
                  <a:lumOff val="40000"/>
                  <a:alpha val="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31E7ECB0-9922-6747-31BF-7EB047B9DC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9341" y="1247985"/>
            <a:ext cx="4357316" cy="4357316"/>
          </a:xfrm>
          <a:custGeom>
            <a:avLst/>
            <a:gdLst>
              <a:gd name="connsiteX0" fmla="*/ 2178658 w 4357316"/>
              <a:gd name="connsiteY0" fmla="*/ 0 h 4357316"/>
              <a:gd name="connsiteX1" fmla="*/ 4357316 w 4357316"/>
              <a:gd name="connsiteY1" fmla="*/ 2178658 h 4357316"/>
              <a:gd name="connsiteX2" fmla="*/ 2178658 w 4357316"/>
              <a:gd name="connsiteY2" fmla="*/ 4357316 h 4357316"/>
              <a:gd name="connsiteX3" fmla="*/ 0 w 4357316"/>
              <a:gd name="connsiteY3" fmla="*/ 2178658 h 4357316"/>
              <a:gd name="connsiteX4" fmla="*/ 2178658 w 4357316"/>
              <a:gd name="connsiteY4" fmla="*/ 0 h 435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57316" h="4357316">
                <a:moveTo>
                  <a:pt x="2178658" y="0"/>
                </a:moveTo>
                <a:cubicBezTo>
                  <a:pt x="3381898" y="0"/>
                  <a:pt x="4357316" y="975418"/>
                  <a:pt x="4357316" y="2178658"/>
                </a:cubicBezTo>
                <a:cubicBezTo>
                  <a:pt x="4357316" y="3381898"/>
                  <a:pt x="3381898" y="4357316"/>
                  <a:pt x="2178658" y="4357316"/>
                </a:cubicBezTo>
                <a:cubicBezTo>
                  <a:pt x="975418" y="4357316"/>
                  <a:pt x="0" y="3381898"/>
                  <a:pt x="0" y="2178658"/>
                </a:cubicBezTo>
                <a:cubicBezTo>
                  <a:pt x="0" y="975418"/>
                  <a:pt x="975418" y="0"/>
                  <a:pt x="2178658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1E6A5E-513D-39CB-E849-D41EAE0AC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69" y="2302626"/>
            <a:ext cx="3936275" cy="135170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/>
              <a:t>VIEW TICKETS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5986FC0-96CD-DC42-A7AC-DC0A34306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4AE52A-3130-B0FD-C6DB-0FDF33FEBE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048500" y="1798440"/>
            <a:ext cx="4274159" cy="3240735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4A2E728-2449-3576-AC12-C70878F4B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562423" y="395142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3647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669F72C-E3FB-4C48-AEBD-AF7AC0D74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0B6324-6A1A-B7EA-C516-602D92107A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5999" cy="6858000"/>
          </a:xfrm>
          <a:prstGeom prst="rect">
            <a:avLst/>
          </a:prstGeom>
          <a:gradFill>
            <a:gsLst>
              <a:gs pos="20000">
                <a:schemeClr val="accent1">
                  <a:lumMod val="60000"/>
                  <a:lumOff val="40000"/>
                  <a:alpha val="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E0508C3-90C1-757B-0304-C22A54C40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9341" y="1247985"/>
            <a:ext cx="4357316" cy="4357316"/>
          </a:xfrm>
          <a:custGeom>
            <a:avLst/>
            <a:gdLst>
              <a:gd name="connsiteX0" fmla="*/ 2178658 w 4357316"/>
              <a:gd name="connsiteY0" fmla="*/ 0 h 4357316"/>
              <a:gd name="connsiteX1" fmla="*/ 4357316 w 4357316"/>
              <a:gd name="connsiteY1" fmla="*/ 2178658 h 4357316"/>
              <a:gd name="connsiteX2" fmla="*/ 2178658 w 4357316"/>
              <a:gd name="connsiteY2" fmla="*/ 4357316 h 4357316"/>
              <a:gd name="connsiteX3" fmla="*/ 0 w 4357316"/>
              <a:gd name="connsiteY3" fmla="*/ 2178658 h 4357316"/>
              <a:gd name="connsiteX4" fmla="*/ 2178658 w 4357316"/>
              <a:gd name="connsiteY4" fmla="*/ 0 h 435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57316" h="4357316">
                <a:moveTo>
                  <a:pt x="2178658" y="0"/>
                </a:moveTo>
                <a:cubicBezTo>
                  <a:pt x="3381898" y="0"/>
                  <a:pt x="4357316" y="975418"/>
                  <a:pt x="4357316" y="2178658"/>
                </a:cubicBezTo>
                <a:cubicBezTo>
                  <a:pt x="4357316" y="3381898"/>
                  <a:pt x="3381898" y="4357316"/>
                  <a:pt x="2178658" y="4357316"/>
                </a:cubicBezTo>
                <a:cubicBezTo>
                  <a:pt x="975418" y="4357316"/>
                  <a:pt x="0" y="3381898"/>
                  <a:pt x="0" y="2178658"/>
                </a:cubicBezTo>
                <a:cubicBezTo>
                  <a:pt x="0" y="975418"/>
                  <a:pt x="975418" y="0"/>
                  <a:pt x="217865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788965-D968-AEB9-3ACC-3100AD347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2313" y="2288987"/>
            <a:ext cx="3756612" cy="2283013"/>
          </a:xfrm>
        </p:spPr>
        <p:txBody>
          <a:bodyPr anchor="ctr">
            <a:normAutofit/>
          </a:bodyPr>
          <a:lstStyle/>
          <a:p>
            <a:pPr algn="ctr"/>
            <a:r>
              <a:rPr lang="en-JM" dirty="0"/>
              <a:t>Pay for ticket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9ADC05-2E41-F02B-2C08-E86A8B09DC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 shot of a computer&#10;&#10;Description automatically generated">
            <a:extLst>
              <a:ext uri="{FF2B5EF4-FFF2-40B4-BE49-F238E27FC236}">
                <a16:creationId xmlns:a16="http://schemas.microsoft.com/office/drawing/2014/main" id="{A933D044-F046-C615-9C1A-2E50118FC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5340" y="1978702"/>
            <a:ext cx="4787263" cy="2241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327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5258B98-3BD5-0A20-B0E7-944EAEB26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10612"/>
            <a:ext cx="12192000" cy="3347388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C74AEE6-9CA7-5247-DC34-99634247D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38300" y="459663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760E4C7-47B8-4356-ABCA-CC9C79E2D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3DF0E57-1A01-1287-F185-1E2A50BC9A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5999" cy="6858000"/>
          </a:xfrm>
          <a:prstGeom prst="rect">
            <a:avLst/>
          </a:prstGeom>
          <a:gradFill>
            <a:gsLst>
              <a:gs pos="20000">
                <a:schemeClr val="accent1">
                  <a:lumMod val="60000"/>
                  <a:lumOff val="40000"/>
                  <a:alpha val="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31E7ECB0-9922-6747-31BF-7EB047B9DC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9341" y="1247985"/>
            <a:ext cx="4357316" cy="4357316"/>
          </a:xfrm>
          <a:custGeom>
            <a:avLst/>
            <a:gdLst>
              <a:gd name="connsiteX0" fmla="*/ 2178658 w 4357316"/>
              <a:gd name="connsiteY0" fmla="*/ 0 h 4357316"/>
              <a:gd name="connsiteX1" fmla="*/ 4357316 w 4357316"/>
              <a:gd name="connsiteY1" fmla="*/ 2178658 h 4357316"/>
              <a:gd name="connsiteX2" fmla="*/ 2178658 w 4357316"/>
              <a:gd name="connsiteY2" fmla="*/ 4357316 h 4357316"/>
              <a:gd name="connsiteX3" fmla="*/ 0 w 4357316"/>
              <a:gd name="connsiteY3" fmla="*/ 2178658 h 4357316"/>
              <a:gd name="connsiteX4" fmla="*/ 2178658 w 4357316"/>
              <a:gd name="connsiteY4" fmla="*/ 0 h 435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57316" h="4357316">
                <a:moveTo>
                  <a:pt x="2178658" y="0"/>
                </a:moveTo>
                <a:cubicBezTo>
                  <a:pt x="3381898" y="0"/>
                  <a:pt x="4357316" y="975418"/>
                  <a:pt x="4357316" y="2178658"/>
                </a:cubicBezTo>
                <a:cubicBezTo>
                  <a:pt x="4357316" y="3381898"/>
                  <a:pt x="3381898" y="4357316"/>
                  <a:pt x="2178658" y="4357316"/>
                </a:cubicBezTo>
                <a:cubicBezTo>
                  <a:pt x="975418" y="4357316"/>
                  <a:pt x="0" y="3381898"/>
                  <a:pt x="0" y="2178658"/>
                </a:cubicBezTo>
                <a:cubicBezTo>
                  <a:pt x="0" y="975418"/>
                  <a:pt x="975418" y="0"/>
                  <a:pt x="2178658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A4E1A5-640C-A7A7-3A73-CFCFA226D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69" y="2302626"/>
            <a:ext cx="3936275" cy="135170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/>
              <a:t>CHECK COURT DETAILS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5986FC0-96CD-DC42-A7AC-DC0A34306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9554C9-69D6-5E0F-732C-99BFBBF4C9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48500" y="2406507"/>
            <a:ext cx="4274159" cy="2024601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4A2E728-2449-3576-AC12-C70878F4B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562423" y="395142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9858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5258B98-3BD5-0A20-B0E7-944EAEB26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10612"/>
            <a:ext cx="12192000" cy="3347388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C74AEE6-9CA7-5247-DC34-99634247D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38300" y="459663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760E4C7-47B8-4356-ABCA-CC9C79E2D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3DF0E57-1A01-1287-F185-1E2A50BC9A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5999" cy="6858000"/>
          </a:xfrm>
          <a:prstGeom prst="rect">
            <a:avLst/>
          </a:prstGeom>
          <a:gradFill>
            <a:gsLst>
              <a:gs pos="20000">
                <a:schemeClr val="accent1">
                  <a:lumMod val="60000"/>
                  <a:lumOff val="40000"/>
                  <a:alpha val="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31E7ECB0-9922-6747-31BF-7EB047B9DC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9341" y="1247985"/>
            <a:ext cx="4357316" cy="4357316"/>
          </a:xfrm>
          <a:custGeom>
            <a:avLst/>
            <a:gdLst>
              <a:gd name="connsiteX0" fmla="*/ 2178658 w 4357316"/>
              <a:gd name="connsiteY0" fmla="*/ 0 h 4357316"/>
              <a:gd name="connsiteX1" fmla="*/ 4357316 w 4357316"/>
              <a:gd name="connsiteY1" fmla="*/ 2178658 h 4357316"/>
              <a:gd name="connsiteX2" fmla="*/ 2178658 w 4357316"/>
              <a:gd name="connsiteY2" fmla="*/ 4357316 h 4357316"/>
              <a:gd name="connsiteX3" fmla="*/ 0 w 4357316"/>
              <a:gd name="connsiteY3" fmla="*/ 2178658 h 4357316"/>
              <a:gd name="connsiteX4" fmla="*/ 2178658 w 4357316"/>
              <a:gd name="connsiteY4" fmla="*/ 0 h 435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57316" h="4357316">
                <a:moveTo>
                  <a:pt x="2178658" y="0"/>
                </a:moveTo>
                <a:cubicBezTo>
                  <a:pt x="3381898" y="0"/>
                  <a:pt x="4357316" y="975418"/>
                  <a:pt x="4357316" y="2178658"/>
                </a:cubicBezTo>
                <a:cubicBezTo>
                  <a:pt x="4357316" y="3381898"/>
                  <a:pt x="3381898" y="4357316"/>
                  <a:pt x="2178658" y="4357316"/>
                </a:cubicBezTo>
                <a:cubicBezTo>
                  <a:pt x="975418" y="4357316"/>
                  <a:pt x="0" y="3381898"/>
                  <a:pt x="0" y="2178658"/>
                </a:cubicBezTo>
                <a:cubicBezTo>
                  <a:pt x="0" y="975418"/>
                  <a:pt x="975418" y="0"/>
                  <a:pt x="2178658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E72425-7FDD-184A-31A2-B8B54BB63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69" y="2302626"/>
            <a:ext cx="3936275" cy="135170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/>
              <a:t>CHECK NON-PAST DUE TICKETS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5986FC0-96CD-DC42-A7AC-DC0A34306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CFE7FA-F55F-1145-613F-765EDFAE3D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48500" y="2191859"/>
            <a:ext cx="4274159" cy="2453897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4A2E728-2449-3576-AC12-C70878F4B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562423" y="395142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8485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5258B98-3BD5-0A20-B0E7-944EAEB26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10612"/>
            <a:ext cx="12192000" cy="3347388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C74AEE6-9CA7-5247-DC34-99634247D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38300" y="459663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760E4C7-47B8-4356-ABCA-CC9C79E2D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3DF0E57-1A01-1287-F185-1E2A50BC9A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5999" cy="6858000"/>
          </a:xfrm>
          <a:prstGeom prst="rect">
            <a:avLst/>
          </a:prstGeom>
          <a:gradFill>
            <a:gsLst>
              <a:gs pos="20000">
                <a:schemeClr val="accent1">
                  <a:lumMod val="60000"/>
                  <a:lumOff val="40000"/>
                  <a:alpha val="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31E7ECB0-9922-6747-31BF-7EB047B9DC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9341" y="1247985"/>
            <a:ext cx="4357316" cy="4357316"/>
          </a:xfrm>
          <a:custGeom>
            <a:avLst/>
            <a:gdLst>
              <a:gd name="connsiteX0" fmla="*/ 2178658 w 4357316"/>
              <a:gd name="connsiteY0" fmla="*/ 0 h 4357316"/>
              <a:gd name="connsiteX1" fmla="*/ 4357316 w 4357316"/>
              <a:gd name="connsiteY1" fmla="*/ 2178658 h 4357316"/>
              <a:gd name="connsiteX2" fmla="*/ 2178658 w 4357316"/>
              <a:gd name="connsiteY2" fmla="*/ 4357316 h 4357316"/>
              <a:gd name="connsiteX3" fmla="*/ 0 w 4357316"/>
              <a:gd name="connsiteY3" fmla="*/ 2178658 h 4357316"/>
              <a:gd name="connsiteX4" fmla="*/ 2178658 w 4357316"/>
              <a:gd name="connsiteY4" fmla="*/ 0 h 435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57316" h="4357316">
                <a:moveTo>
                  <a:pt x="2178658" y="0"/>
                </a:moveTo>
                <a:cubicBezTo>
                  <a:pt x="3381898" y="0"/>
                  <a:pt x="4357316" y="975418"/>
                  <a:pt x="4357316" y="2178658"/>
                </a:cubicBezTo>
                <a:cubicBezTo>
                  <a:pt x="4357316" y="3381898"/>
                  <a:pt x="3381898" y="4357316"/>
                  <a:pt x="2178658" y="4357316"/>
                </a:cubicBezTo>
                <a:cubicBezTo>
                  <a:pt x="975418" y="4357316"/>
                  <a:pt x="0" y="3381898"/>
                  <a:pt x="0" y="2178658"/>
                </a:cubicBezTo>
                <a:cubicBezTo>
                  <a:pt x="0" y="975418"/>
                  <a:pt x="975418" y="0"/>
                  <a:pt x="2178658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5F78EC-61F4-DCA3-EB0E-978589EC4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69" y="2302626"/>
            <a:ext cx="3936275" cy="135170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/>
              <a:t>CHECK FOR WARRANTS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5986FC0-96CD-DC42-A7AC-DC0A34306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6EBDDD-281A-CEA7-874D-BAE028F073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48500" y="2316781"/>
            <a:ext cx="4274159" cy="2204053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4A2E728-2449-3576-AC12-C70878F4B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562423" y="395142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1809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5258B98-3BD5-0A20-B0E7-944EAEB26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10612"/>
            <a:ext cx="12192000" cy="3347388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C74AEE6-9CA7-5247-DC34-99634247D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38300" y="459663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760E4C7-47B8-4356-ABCA-CC9C79E2D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3DF0E57-1A01-1287-F185-1E2A50BC9A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5999" cy="6858000"/>
          </a:xfrm>
          <a:prstGeom prst="rect">
            <a:avLst/>
          </a:prstGeom>
          <a:gradFill>
            <a:gsLst>
              <a:gs pos="20000">
                <a:schemeClr val="accent1">
                  <a:lumMod val="60000"/>
                  <a:lumOff val="40000"/>
                  <a:alpha val="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31E7ECB0-9922-6747-31BF-7EB047B9DC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9341" y="1247985"/>
            <a:ext cx="4357316" cy="4357316"/>
          </a:xfrm>
          <a:custGeom>
            <a:avLst/>
            <a:gdLst>
              <a:gd name="connsiteX0" fmla="*/ 2178658 w 4357316"/>
              <a:gd name="connsiteY0" fmla="*/ 0 h 4357316"/>
              <a:gd name="connsiteX1" fmla="*/ 4357316 w 4357316"/>
              <a:gd name="connsiteY1" fmla="*/ 2178658 h 4357316"/>
              <a:gd name="connsiteX2" fmla="*/ 2178658 w 4357316"/>
              <a:gd name="connsiteY2" fmla="*/ 4357316 h 4357316"/>
              <a:gd name="connsiteX3" fmla="*/ 0 w 4357316"/>
              <a:gd name="connsiteY3" fmla="*/ 2178658 h 4357316"/>
              <a:gd name="connsiteX4" fmla="*/ 2178658 w 4357316"/>
              <a:gd name="connsiteY4" fmla="*/ 0 h 435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57316" h="4357316">
                <a:moveTo>
                  <a:pt x="2178658" y="0"/>
                </a:moveTo>
                <a:cubicBezTo>
                  <a:pt x="3381898" y="0"/>
                  <a:pt x="4357316" y="975418"/>
                  <a:pt x="4357316" y="2178658"/>
                </a:cubicBezTo>
                <a:cubicBezTo>
                  <a:pt x="4357316" y="3381898"/>
                  <a:pt x="3381898" y="4357316"/>
                  <a:pt x="2178658" y="4357316"/>
                </a:cubicBezTo>
                <a:cubicBezTo>
                  <a:pt x="975418" y="4357316"/>
                  <a:pt x="0" y="3381898"/>
                  <a:pt x="0" y="2178658"/>
                </a:cubicBezTo>
                <a:cubicBezTo>
                  <a:pt x="0" y="975418"/>
                  <a:pt x="975418" y="0"/>
                  <a:pt x="2178658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9439C4-66F5-3A44-5A43-307D6A584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69" y="2302626"/>
            <a:ext cx="3936275" cy="135170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/>
              <a:t>BACK TO MAIN MENU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5986FC0-96CD-DC42-A7AC-DC0A34306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C75A9554-0A35-28BE-1A79-8FED4363CC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48500" y="1826025"/>
            <a:ext cx="4274159" cy="3185566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4A2E728-2449-3576-AC12-C70878F4B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562423" y="395142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3365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760E4C7-47B8-4356-ABCA-CC9C79E2D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Video 3" descr="Turning A Winch">
            <a:extLst>
              <a:ext uri="{FF2B5EF4-FFF2-40B4-BE49-F238E27FC236}">
                <a16:creationId xmlns:a16="http://schemas.microsoft.com/office/drawing/2014/main" id="{DC3CC7F6-70B3-3D9B-F3E1-32FAC188046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>
            <a:alphaModFix/>
          </a:blip>
          <a:srcRect t="307" r="-1" b="-1"/>
          <a:stretch/>
        </p:blipFill>
        <p:spPr>
          <a:xfrm>
            <a:off x="20" y="1571"/>
            <a:ext cx="12191980" cy="6856429"/>
          </a:xfrm>
          <a:prstGeom prst="rect">
            <a:avLst/>
          </a:prstGeom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3174E83-2682-EA33-BF59-CACA1385E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65342" y="1250342"/>
            <a:ext cx="4357316" cy="4357316"/>
          </a:xfrm>
          <a:custGeom>
            <a:avLst/>
            <a:gdLst>
              <a:gd name="connsiteX0" fmla="*/ 2178658 w 4357316"/>
              <a:gd name="connsiteY0" fmla="*/ 0 h 4357316"/>
              <a:gd name="connsiteX1" fmla="*/ 4357316 w 4357316"/>
              <a:gd name="connsiteY1" fmla="*/ 2178658 h 4357316"/>
              <a:gd name="connsiteX2" fmla="*/ 2178658 w 4357316"/>
              <a:gd name="connsiteY2" fmla="*/ 4357316 h 4357316"/>
              <a:gd name="connsiteX3" fmla="*/ 0 w 4357316"/>
              <a:gd name="connsiteY3" fmla="*/ 2178658 h 4357316"/>
              <a:gd name="connsiteX4" fmla="*/ 2178658 w 4357316"/>
              <a:gd name="connsiteY4" fmla="*/ 0 h 435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57316" h="4357316">
                <a:moveTo>
                  <a:pt x="2178658" y="0"/>
                </a:moveTo>
                <a:cubicBezTo>
                  <a:pt x="3381898" y="0"/>
                  <a:pt x="4357316" y="975418"/>
                  <a:pt x="4357316" y="2178658"/>
                </a:cubicBezTo>
                <a:cubicBezTo>
                  <a:pt x="4357316" y="3381898"/>
                  <a:pt x="3381898" y="4357316"/>
                  <a:pt x="2178658" y="4357316"/>
                </a:cubicBezTo>
                <a:cubicBezTo>
                  <a:pt x="975418" y="4357316"/>
                  <a:pt x="0" y="3381898"/>
                  <a:pt x="0" y="2178658"/>
                </a:cubicBezTo>
                <a:cubicBezTo>
                  <a:pt x="0" y="975418"/>
                  <a:pt x="975418" y="0"/>
                  <a:pt x="217865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20000"/>
                </a:schemeClr>
              </a:gs>
              <a:gs pos="7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349E75-3FCF-BBD1-C864-91E43174C7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76161" y="2211978"/>
            <a:ext cx="3535679" cy="1425728"/>
          </a:xfrm>
        </p:spPr>
        <p:txBody>
          <a:bodyPr anchor="b">
            <a:normAutofit/>
          </a:bodyPr>
          <a:lstStyle/>
          <a:p>
            <a:pPr algn="ctr"/>
            <a:r>
              <a:rPr lang="en-JM" dirty="0"/>
              <a:t>JCF Officer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D8181E6-BF6C-7868-46D1-88E2970D0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8423" y="395142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0566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42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5258B98-3BD5-0A20-B0E7-944EAEB26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10612"/>
            <a:ext cx="12192000" cy="3347388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C74AEE6-9CA7-5247-DC34-99634247D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38300" y="459663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55BEBF3-DFCD-47AA-B145-ADA107FAA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E45820B-855C-D3C3-4CA1-1B54E8F74F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217781"/>
            <a:ext cx="6096000" cy="3640219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1C0728-7EC3-4C52-CE86-778831F36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501832"/>
            <a:ext cx="3810000" cy="21564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/>
              <a:t>MAIN MENU WITH LOG IN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E97C688-1394-9A17-601A-B9E5026C92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DF0977C-13D7-0ECD-53F2-AE981C73E7E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7043610" y="1214392"/>
            <a:ext cx="4201941" cy="2027509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0C5FBED-44DC-F7F7-C6ED-B7995131478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7043610" y="3563634"/>
            <a:ext cx="3899210" cy="2642294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19B88AF-869C-E890-9467-794E5508DD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562422" y="395142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0391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5258B98-3BD5-0A20-B0E7-944EAEB26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10612"/>
            <a:ext cx="12192000" cy="3347388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74AEE6-9CA7-5247-DC34-99634247D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38300" y="459663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760E4C7-47B8-4356-ABCA-CC9C79E2D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DF0E57-1A01-1287-F185-1E2A50BC9A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5999" cy="6858000"/>
          </a:xfrm>
          <a:prstGeom prst="rect">
            <a:avLst/>
          </a:prstGeom>
          <a:gradFill>
            <a:gsLst>
              <a:gs pos="20000">
                <a:schemeClr val="accent1">
                  <a:lumMod val="60000"/>
                  <a:lumOff val="40000"/>
                  <a:alpha val="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31E7ECB0-9922-6747-31BF-7EB047B9DC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9341" y="1247985"/>
            <a:ext cx="4357316" cy="4357316"/>
          </a:xfrm>
          <a:custGeom>
            <a:avLst/>
            <a:gdLst>
              <a:gd name="connsiteX0" fmla="*/ 2178658 w 4357316"/>
              <a:gd name="connsiteY0" fmla="*/ 0 h 4357316"/>
              <a:gd name="connsiteX1" fmla="*/ 4357316 w 4357316"/>
              <a:gd name="connsiteY1" fmla="*/ 2178658 h 4357316"/>
              <a:gd name="connsiteX2" fmla="*/ 2178658 w 4357316"/>
              <a:gd name="connsiteY2" fmla="*/ 4357316 h 4357316"/>
              <a:gd name="connsiteX3" fmla="*/ 0 w 4357316"/>
              <a:gd name="connsiteY3" fmla="*/ 2178658 h 4357316"/>
              <a:gd name="connsiteX4" fmla="*/ 2178658 w 4357316"/>
              <a:gd name="connsiteY4" fmla="*/ 0 h 435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57316" h="4357316">
                <a:moveTo>
                  <a:pt x="2178658" y="0"/>
                </a:moveTo>
                <a:cubicBezTo>
                  <a:pt x="3381898" y="0"/>
                  <a:pt x="4357316" y="975418"/>
                  <a:pt x="4357316" y="2178658"/>
                </a:cubicBezTo>
                <a:cubicBezTo>
                  <a:pt x="4357316" y="3381898"/>
                  <a:pt x="3381898" y="4357316"/>
                  <a:pt x="2178658" y="4357316"/>
                </a:cubicBezTo>
                <a:cubicBezTo>
                  <a:pt x="975418" y="4357316"/>
                  <a:pt x="0" y="3381898"/>
                  <a:pt x="0" y="2178658"/>
                </a:cubicBezTo>
                <a:cubicBezTo>
                  <a:pt x="0" y="975418"/>
                  <a:pt x="975418" y="0"/>
                  <a:pt x="2178658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1B7487-04CD-7C98-19A1-7E6CF4C0B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69" y="2302626"/>
            <a:ext cx="3936275" cy="135170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/>
              <a:t>ADD TICKETS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5986FC0-96CD-DC42-A7AC-DC0A34306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915D4CB-B57D-C808-944B-247DDFCEC95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048500" y="1316437"/>
            <a:ext cx="4274159" cy="4204741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4A2E728-2449-3576-AC12-C70878F4B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562423" y="395142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1486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5258B98-3BD5-0A20-B0E7-944EAEB26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10612"/>
            <a:ext cx="12192000" cy="3347388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C74AEE6-9CA7-5247-DC34-99634247D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38300" y="459663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760E4C7-47B8-4356-ABCA-CC9C79E2D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3DF0E57-1A01-1287-F185-1E2A50BC9A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5999" cy="6858000"/>
          </a:xfrm>
          <a:prstGeom prst="rect">
            <a:avLst/>
          </a:prstGeom>
          <a:gradFill>
            <a:gsLst>
              <a:gs pos="20000">
                <a:schemeClr val="accent1">
                  <a:lumMod val="60000"/>
                  <a:lumOff val="40000"/>
                  <a:alpha val="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31E7ECB0-9922-6747-31BF-7EB047B9DC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9341" y="1247985"/>
            <a:ext cx="4357316" cy="4357316"/>
          </a:xfrm>
          <a:custGeom>
            <a:avLst/>
            <a:gdLst>
              <a:gd name="connsiteX0" fmla="*/ 2178658 w 4357316"/>
              <a:gd name="connsiteY0" fmla="*/ 0 h 4357316"/>
              <a:gd name="connsiteX1" fmla="*/ 4357316 w 4357316"/>
              <a:gd name="connsiteY1" fmla="*/ 2178658 h 4357316"/>
              <a:gd name="connsiteX2" fmla="*/ 2178658 w 4357316"/>
              <a:gd name="connsiteY2" fmla="*/ 4357316 h 4357316"/>
              <a:gd name="connsiteX3" fmla="*/ 0 w 4357316"/>
              <a:gd name="connsiteY3" fmla="*/ 2178658 h 4357316"/>
              <a:gd name="connsiteX4" fmla="*/ 2178658 w 4357316"/>
              <a:gd name="connsiteY4" fmla="*/ 0 h 435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57316" h="4357316">
                <a:moveTo>
                  <a:pt x="2178658" y="0"/>
                </a:moveTo>
                <a:cubicBezTo>
                  <a:pt x="3381898" y="0"/>
                  <a:pt x="4357316" y="975418"/>
                  <a:pt x="4357316" y="2178658"/>
                </a:cubicBezTo>
                <a:cubicBezTo>
                  <a:pt x="4357316" y="3381898"/>
                  <a:pt x="3381898" y="4357316"/>
                  <a:pt x="2178658" y="4357316"/>
                </a:cubicBezTo>
                <a:cubicBezTo>
                  <a:pt x="975418" y="4357316"/>
                  <a:pt x="0" y="3381898"/>
                  <a:pt x="0" y="2178658"/>
                </a:cubicBezTo>
                <a:cubicBezTo>
                  <a:pt x="0" y="975418"/>
                  <a:pt x="975418" y="0"/>
                  <a:pt x="2178658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55A130-15A7-153F-C836-68E143398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69" y="2302626"/>
            <a:ext cx="3936275" cy="135170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dirty="0"/>
              <a:t>VIEW TICKETS USING TICKET NUMBER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5986FC0-96CD-DC42-A7AC-DC0A34306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AA57EE-F490-5B42-3B69-41C6C82E91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48500" y="889204"/>
            <a:ext cx="4274159" cy="5059208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4A2E728-2449-3576-AC12-C70878F4B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562423" y="395142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776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5258B98-3BD5-0A20-B0E7-944EAEB26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10612"/>
            <a:ext cx="12192000" cy="3347388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C74AEE6-9CA7-5247-DC34-99634247D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38300" y="459663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760E4C7-47B8-4356-ABCA-CC9C79E2D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3DF0E57-1A01-1287-F185-1E2A50BC9A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5999" cy="6858000"/>
          </a:xfrm>
          <a:prstGeom prst="rect">
            <a:avLst/>
          </a:prstGeom>
          <a:gradFill>
            <a:gsLst>
              <a:gs pos="20000">
                <a:schemeClr val="accent1">
                  <a:lumMod val="60000"/>
                  <a:lumOff val="40000"/>
                  <a:alpha val="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31E7ECB0-9922-6747-31BF-7EB047B9DC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9341" y="1247985"/>
            <a:ext cx="4357316" cy="4357316"/>
          </a:xfrm>
          <a:custGeom>
            <a:avLst/>
            <a:gdLst>
              <a:gd name="connsiteX0" fmla="*/ 2178658 w 4357316"/>
              <a:gd name="connsiteY0" fmla="*/ 0 h 4357316"/>
              <a:gd name="connsiteX1" fmla="*/ 4357316 w 4357316"/>
              <a:gd name="connsiteY1" fmla="*/ 2178658 h 4357316"/>
              <a:gd name="connsiteX2" fmla="*/ 2178658 w 4357316"/>
              <a:gd name="connsiteY2" fmla="*/ 4357316 h 4357316"/>
              <a:gd name="connsiteX3" fmla="*/ 0 w 4357316"/>
              <a:gd name="connsiteY3" fmla="*/ 2178658 h 4357316"/>
              <a:gd name="connsiteX4" fmla="*/ 2178658 w 4357316"/>
              <a:gd name="connsiteY4" fmla="*/ 0 h 435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57316" h="4357316">
                <a:moveTo>
                  <a:pt x="2178658" y="0"/>
                </a:moveTo>
                <a:cubicBezTo>
                  <a:pt x="3381898" y="0"/>
                  <a:pt x="4357316" y="975418"/>
                  <a:pt x="4357316" y="2178658"/>
                </a:cubicBezTo>
                <a:cubicBezTo>
                  <a:pt x="4357316" y="3381898"/>
                  <a:pt x="3381898" y="4357316"/>
                  <a:pt x="2178658" y="4357316"/>
                </a:cubicBezTo>
                <a:cubicBezTo>
                  <a:pt x="975418" y="4357316"/>
                  <a:pt x="0" y="3381898"/>
                  <a:pt x="0" y="2178658"/>
                </a:cubicBezTo>
                <a:cubicBezTo>
                  <a:pt x="0" y="975418"/>
                  <a:pt x="975418" y="0"/>
                  <a:pt x="2178658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8600FF-E32D-12E6-5BC4-BCA94D77C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69" y="2302626"/>
            <a:ext cx="3936275" cy="135170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/>
              <a:t>CHECK DRIVER STATUS USING TRN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5986FC0-96CD-DC42-A7AC-DC0A34306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432B86-D1AA-2A01-7B0F-C7DD5A6311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48500" y="1455156"/>
            <a:ext cx="4274159" cy="3927303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4A2E728-2449-3576-AC12-C70878F4B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562423" y="395142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6957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5258B98-3BD5-0A20-B0E7-944EAEB26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10612"/>
            <a:ext cx="12192000" cy="3347388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C74AEE6-9CA7-5247-DC34-99634247D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38300" y="459663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760E4C7-47B8-4356-ABCA-CC9C79E2D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3DF0E57-1A01-1287-F185-1E2A50BC9A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5999" cy="6858000"/>
          </a:xfrm>
          <a:prstGeom prst="rect">
            <a:avLst/>
          </a:prstGeom>
          <a:gradFill>
            <a:gsLst>
              <a:gs pos="20000">
                <a:schemeClr val="accent1">
                  <a:lumMod val="60000"/>
                  <a:lumOff val="40000"/>
                  <a:alpha val="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31E7ECB0-9922-6747-31BF-7EB047B9DC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9341" y="1247985"/>
            <a:ext cx="4357316" cy="4357316"/>
          </a:xfrm>
          <a:custGeom>
            <a:avLst/>
            <a:gdLst>
              <a:gd name="connsiteX0" fmla="*/ 2178658 w 4357316"/>
              <a:gd name="connsiteY0" fmla="*/ 0 h 4357316"/>
              <a:gd name="connsiteX1" fmla="*/ 4357316 w 4357316"/>
              <a:gd name="connsiteY1" fmla="*/ 2178658 h 4357316"/>
              <a:gd name="connsiteX2" fmla="*/ 2178658 w 4357316"/>
              <a:gd name="connsiteY2" fmla="*/ 4357316 h 4357316"/>
              <a:gd name="connsiteX3" fmla="*/ 0 w 4357316"/>
              <a:gd name="connsiteY3" fmla="*/ 2178658 h 4357316"/>
              <a:gd name="connsiteX4" fmla="*/ 2178658 w 4357316"/>
              <a:gd name="connsiteY4" fmla="*/ 0 h 435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57316" h="4357316">
                <a:moveTo>
                  <a:pt x="2178658" y="0"/>
                </a:moveTo>
                <a:cubicBezTo>
                  <a:pt x="3381898" y="0"/>
                  <a:pt x="4357316" y="975418"/>
                  <a:pt x="4357316" y="2178658"/>
                </a:cubicBezTo>
                <a:cubicBezTo>
                  <a:pt x="4357316" y="3381898"/>
                  <a:pt x="3381898" y="4357316"/>
                  <a:pt x="2178658" y="4357316"/>
                </a:cubicBezTo>
                <a:cubicBezTo>
                  <a:pt x="975418" y="4357316"/>
                  <a:pt x="0" y="3381898"/>
                  <a:pt x="0" y="2178658"/>
                </a:cubicBezTo>
                <a:cubicBezTo>
                  <a:pt x="0" y="975418"/>
                  <a:pt x="975418" y="0"/>
                  <a:pt x="2178658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EE9536-3809-FAA8-AC48-AE969C7CE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69" y="2302626"/>
            <a:ext cx="3936275" cy="135170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dirty="0"/>
              <a:t>VIEW OUTSTANDING TICKETS IN A PARTICULAR PARISH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5986FC0-96CD-DC42-A7AC-DC0A34306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D353D3-BAC6-272C-0DD0-23284D39F6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48500" y="1400455"/>
            <a:ext cx="4274159" cy="4036705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4A2E728-2449-3576-AC12-C70878F4B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562423" y="395142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2654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5258B98-3BD5-0A20-B0E7-944EAEB26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10612"/>
            <a:ext cx="12192000" cy="3347388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C74AEE6-9CA7-5247-DC34-99634247D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38300" y="459663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760E4C7-47B8-4356-ABCA-CC9C79E2D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3DF0E57-1A01-1287-F185-1E2A50BC9A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5999" cy="6858000"/>
          </a:xfrm>
          <a:prstGeom prst="rect">
            <a:avLst/>
          </a:prstGeom>
          <a:gradFill>
            <a:gsLst>
              <a:gs pos="20000">
                <a:schemeClr val="accent1">
                  <a:lumMod val="60000"/>
                  <a:lumOff val="40000"/>
                  <a:alpha val="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31E7ECB0-9922-6747-31BF-7EB047B9DC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9341" y="1247985"/>
            <a:ext cx="4357316" cy="4357316"/>
          </a:xfrm>
          <a:custGeom>
            <a:avLst/>
            <a:gdLst>
              <a:gd name="connsiteX0" fmla="*/ 2178658 w 4357316"/>
              <a:gd name="connsiteY0" fmla="*/ 0 h 4357316"/>
              <a:gd name="connsiteX1" fmla="*/ 4357316 w 4357316"/>
              <a:gd name="connsiteY1" fmla="*/ 2178658 h 4357316"/>
              <a:gd name="connsiteX2" fmla="*/ 2178658 w 4357316"/>
              <a:gd name="connsiteY2" fmla="*/ 4357316 h 4357316"/>
              <a:gd name="connsiteX3" fmla="*/ 0 w 4357316"/>
              <a:gd name="connsiteY3" fmla="*/ 2178658 h 4357316"/>
              <a:gd name="connsiteX4" fmla="*/ 2178658 w 4357316"/>
              <a:gd name="connsiteY4" fmla="*/ 0 h 435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57316" h="4357316">
                <a:moveTo>
                  <a:pt x="2178658" y="0"/>
                </a:moveTo>
                <a:cubicBezTo>
                  <a:pt x="3381898" y="0"/>
                  <a:pt x="4357316" y="975418"/>
                  <a:pt x="4357316" y="2178658"/>
                </a:cubicBezTo>
                <a:cubicBezTo>
                  <a:pt x="4357316" y="3381898"/>
                  <a:pt x="3381898" y="4357316"/>
                  <a:pt x="2178658" y="4357316"/>
                </a:cubicBezTo>
                <a:cubicBezTo>
                  <a:pt x="975418" y="4357316"/>
                  <a:pt x="0" y="3381898"/>
                  <a:pt x="0" y="2178658"/>
                </a:cubicBezTo>
                <a:cubicBezTo>
                  <a:pt x="0" y="975418"/>
                  <a:pt x="975418" y="0"/>
                  <a:pt x="2178658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B6554D-1533-882B-41D6-2A33C97AC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69" y="2302626"/>
            <a:ext cx="3936275" cy="135170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dirty="0"/>
              <a:t>VIEW OUTSTANDING TICKETS FOR ALL OFFENDERS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5986FC0-96CD-DC42-A7AC-DC0A34306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A8D1F4-B7B8-69B5-193A-EDA638047A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48500" y="1884253"/>
            <a:ext cx="4274159" cy="3069109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4A2E728-2449-3576-AC12-C70878F4B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562423" y="395142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5244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5258B98-3BD5-0A20-B0E7-944EAEB26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10612"/>
            <a:ext cx="12192000" cy="3347388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C74AEE6-9CA7-5247-DC34-99634247D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38300" y="459663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760E4C7-47B8-4356-ABCA-CC9C79E2D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3DF0E57-1A01-1287-F185-1E2A50BC9A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5999" cy="6858000"/>
          </a:xfrm>
          <a:prstGeom prst="rect">
            <a:avLst/>
          </a:prstGeom>
          <a:gradFill>
            <a:gsLst>
              <a:gs pos="20000">
                <a:schemeClr val="accent1">
                  <a:lumMod val="60000"/>
                  <a:lumOff val="40000"/>
                  <a:alpha val="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31E7ECB0-9922-6747-31BF-7EB047B9DC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9341" y="1247985"/>
            <a:ext cx="4357316" cy="4357316"/>
          </a:xfrm>
          <a:custGeom>
            <a:avLst/>
            <a:gdLst>
              <a:gd name="connsiteX0" fmla="*/ 2178658 w 4357316"/>
              <a:gd name="connsiteY0" fmla="*/ 0 h 4357316"/>
              <a:gd name="connsiteX1" fmla="*/ 4357316 w 4357316"/>
              <a:gd name="connsiteY1" fmla="*/ 2178658 h 4357316"/>
              <a:gd name="connsiteX2" fmla="*/ 2178658 w 4357316"/>
              <a:gd name="connsiteY2" fmla="*/ 4357316 h 4357316"/>
              <a:gd name="connsiteX3" fmla="*/ 0 w 4357316"/>
              <a:gd name="connsiteY3" fmla="*/ 2178658 h 4357316"/>
              <a:gd name="connsiteX4" fmla="*/ 2178658 w 4357316"/>
              <a:gd name="connsiteY4" fmla="*/ 0 h 435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57316" h="4357316">
                <a:moveTo>
                  <a:pt x="2178658" y="0"/>
                </a:moveTo>
                <a:cubicBezTo>
                  <a:pt x="3381898" y="0"/>
                  <a:pt x="4357316" y="975418"/>
                  <a:pt x="4357316" y="2178658"/>
                </a:cubicBezTo>
                <a:cubicBezTo>
                  <a:pt x="4357316" y="3381898"/>
                  <a:pt x="3381898" y="4357316"/>
                  <a:pt x="2178658" y="4357316"/>
                </a:cubicBezTo>
                <a:cubicBezTo>
                  <a:pt x="975418" y="4357316"/>
                  <a:pt x="0" y="3381898"/>
                  <a:pt x="0" y="2178658"/>
                </a:cubicBezTo>
                <a:cubicBezTo>
                  <a:pt x="0" y="975418"/>
                  <a:pt x="975418" y="0"/>
                  <a:pt x="2178658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4B82DD-91CF-A732-9EFF-B4606E7FF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69" y="2302626"/>
            <a:ext cx="3936275" cy="135170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dirty="0"/>
              <a:t>OUTSTANDING TICKETS REPORT ORDERED BY PARISH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5986FC0-96CD-DC42-A7AC-DC0A34306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29AEC3-E1D1-7C13-01E6-01DDD3078E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48500" y="1348674"/>
            <a:ext cx="4274159" cy="4140268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4A2E728-2449-3576-AC12-C70878F4B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562423" y="395142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5681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5258B98-3BD5-0A20-B0E7-944EAEB26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10612"/>
            <a:ext cx="12192000" cy="3347388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C74AEE6-9CA7-5247-DC34-99634247D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38300" y="459663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760E4C7-47B8-4356-ABCA-CC9C79E2D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3DF0E57-1A01-1287-F185-1E2A50BC9A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5999" cy="6858000"/>
          </a:xfrm>
          <a:prstGeom prst="rect">
            <a:avLst/>
          </a:prstGeom>
          <a:gradFill>
            <a:gsLst>
              <a:gs pos="20000">
                <a:schemeClr val="accent1">
                  <a:lumMod val="60000"/>
                  <a:lumOff val="40000"/>
                  <a:alpha val="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31E7ECB0-9922-6747-31BF-7EB047B9DC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9341" y="1247985"/>
            <a:ext cx="4357316" cy="4357316"/>
          </a:xfrm>
          <a:custGeom>
            <a:avLst/>
            <a:gdLst>
              <a:gd name="connsiteX0" fmla="*/ 2178658 w 4357316"/>
              <a:gd name="connsiteY0" fmla="*/ 0 h 4357316"/>
              <a:gd name="connsiteX1" fmla="*/ 4357316 w 4357316"/>
              <a:gd name="connsiteY1" fmla="*/ 2178658 h 4357316"/>
              <a:gd name="connsiteX2" fmla="*/ 2178658 w 4357316"/>
              <a:gd name="connsiteY2" fmla="*/ 4357316 h 4357316"/>
              <a:gd name="connsiteX3" fmla="*/ 0 w 4357316"/>
              <a:gd name="connsiteY3" fmla="*/ 2178658 h 4357316"/>
              <a:gd name="connsiteX4" fmla="*/ 2178658 w 4357316"/>
              <a:gd name="connsiteY4" fmla="*/ 0 h 435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57316" h="4357316">
                <a:moveTo>
                  <a:pt x="2178658" y="0"/>
                </a:moveTo>
                <a:cubicBezTo>
                  <a:pt x="3381898" y="0"/>
                  <a:pt x="4357316" y="975418"/>
                  <a:pt x="4357316" y="2178658"/>
                </a:cubicBezTo>
                <a:cubicBezTo>
                  <a:pt x="4357316" y="3381898"/>
                  <a:pt x="3381898" y="4357316"/>
                  <a:pt x="2178658" y="4357316"/>
                </a:cubicBezTo>
                <a:cubicBezTo>
                  <a:pt x="975418" y="4357316"/>
                  <a:pt x="0" y="3381898"/>
                  <a:pt x="0" y="2178658"/>
                </a:cubicBezTo>
                <a:cubicBezTo>
                  <a:pt x="0" y="975418"/>
                  <a:pt x="975418" y="0"/>
                  <a:pt x="2178658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9E374D-5619-9E11-9AFE-8297677BD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69" y="2302626"/>
            <a:ext cx="3936275" cy="135170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/>
              <a:t>BACK TO MENU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5986FC0-96CD-DC42-A7AC-DC0A34306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E22B55-1CBC-E32A-9BE9-3D05C30DF1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48500" y="1197471"/>
            <a:ext cx="4274159" cy="4442674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4A2E728-2449-3576-AC12-C70878F4B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562423" y="395142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3747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760E4C7-47B8-4356-ABCA-CC9C79E2D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nterlocking cogs">
            <a:extLst>
              <a:ext uri="{FF2B5EF4-FFF2-40B4-BE49-F238E27FC236}">
                <a16:creationId xmlns:a16="http://schemas.microsoft.com/office/drawing/2014/main" id="{1CCE075B-04B0-363A-8713-7853A9F865A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8727" b="16290"/>
          <a:stretch/>
        </p:blipFill>
        <p:spPr>
          <a:xfrm>
            <a:off x="20" y="1571"/>
            <a:ext cx="12191980" cy="685642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D0A0432-F95F-6441-CC5D-B6BB755FA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3742985"/>
            <a:ext cx="12192000" cy="3120318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F0586C3-A19F-D214-ABDE-30AD5B6669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9342" y="1250342"/>
            <a:ext cx="4357316" cy="4357316"/>
          </a:xfrm>
          <a:custGeom>
            <a:avLst/>
            <a:gdLst>
              <a:gd name="connsiteX0" fmla="*/ 2178658 w 4357316"/>
              <a:gd name="connsiteY0" fmla="*/ 0 h 4357316"/>
              <a:gd name="connsiteX1" fmla="*/ 4357316 w 4357316"/>
              <a:gd name="connsiteY1" fmla="*/ 2178658 h 4357316"/>
              <a:gd name="connsiteX2" fmla="*/ 2178658 w 4357316"/>
              <a:gd name="connsiteY2" fmla="*/ 4357316 h 4357316"/>
              <a:gd name="connsiteX3" fmla="*/ 0 w 4357316"/>
              <a:gd name="connsiteY3" fmla="*/ 2178658 h 4357316"/>
              <a:gd name="connsiteX4" fmla="*/ 2178658 w 4357316"/>
              <a:gd name="connsiteY4" fmla="*/ 0 h 435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57316" h="4357316">
                <a:moveTo>
                  <a:pt x="2178658" y="0"/>
                </a:moveTo>
                <a:cubicBezTo>
                  <a:pt x="3381898" y="0"/>
                  <a:pt x="4357316" y="975418"/>
                  <a:pt x="4357316" y="2178658"/>
                </a:cubicBezTo>
                <a:cubicBezTo>
                  <a:pt x="4357316" y="3381898"/>
                  <a:pt x="3381898" y="4357316"/>
                  <a:pt x="2178658" y="4357316"/>
                </a:cubicBezTo>
                <a:cubicBezTo>
                  <a:pt x="975418" y="4357316"/>
                  <a:pt x="0" y="3381898"/>
                  <a:pt x="0" y="2178658"/>
                </a:cubicBezTo>
                <a:cubicBezTo>
                  <a:pt x="0" y="975418"/>
                  <a:pt x="975418" y="0"/>
                  <a:pt x="217865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C945AF-4E98-3FE1-84F7-93ADC4B8F5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1" y="2211978"/>
            <a:ext cx="3535679" cy="1425728"/>
          </a:xfrm>
        </p:spPr>
        <p:txBody>
          <a:bodyPr anchor="b">
            <a:normAutofit/>
          </a:bodyPr>
          <a:lstStyle/>
          <a:p>
            <a:pPr algn="ctr"/>
            <a:r>
              <a:rPr lang="en-JM" dirty="0"/>
              <a:t>Processing OFFICER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14C5C93-B9E9-4392-ADCF-ABF21209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562423" y="396058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3634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F5258B98-3BD5-0A20-B0E7-944EAEB26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10612"/>
            <a:ext cx="12192000" cy="3347388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C74AEE6-9CA7-5247-DC34-99634247D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38300" y="459663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760E4C7-47B8-4356-ABCA-CC9C79E2D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D80228E6-18B1-B562-27EA-5DCA23F08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9342" y="1245304"/>
            <a:ext cx="4357316" cy="4357316"/>
          </a:xfrm>
          <a:custGeom>
            <a:avLst/>
            <a:gdLst>
              <a:gd name="connsiteX0" fmla="*/ 2178658 w 4357316"/>
              <a:gd name="connsiteY0" fmla="*/ 0 h 4357316"/>
              <a:gd name="connsiteX1" fmla="*/ 4357316 w 4357316"/>
              <a:gd name="connsiteY1" fmla="*/ 2178658 h 4357316"/>
              <a:gd name="connsiteX2" fmla="*/ 2178658 w 4357316"/>
              <a:gd name="connsiteY2" fmla="*/ 4357316 h 4357316"/>
              <a:gd name="connsiteX3" fmla="*/ 0 w 4357316"/>
              <a:gd name="connsiteY3" fmla="*/ 2178658 h 4357316"/>
              <a:gd name="connsiteX4" fmla="*/ 2178658 w 4357316"/>
              <a:gd name="connsiteY4" fmla="*/ 0 h 435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57316" h="4357316">
                <a:moveTo>
                  <a:pt x="2178658" y="0"/>
                </a:moveTo>
                <a:cubicBezTo>
                  <a:pt x="3381898" y="0"/>
                  <a:pt x="4357316" y="975418"/>
                  <a:pt x="4357316" y="2178658"/>
                </a:cubicBezTo>
                <a:cubicBezTo>
                  <a:pt x="4357316" y="3381898"/>
                  <a:pt x="3381898" y="4357316"/>
                  <a:pt x="2178658" y="4357316"/>
                </a:cubicBezTo>
                <a:cubicBezTo>
                  <a:pt x="975418" y="4357316"/>
                  <a:pt x="0" y="3381898"/>
                  <a:pt x="0" y="2178658"/>
                </a:cubicBezTo>
                <a:cubicBezTo>
                  <a:pt x="0" y="975418"/>
                  <a:pt x="975418" y="0"/>
                  <a:pt x="217865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7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E9BB10-3A27-85AC-0241-E4E98E0AE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7368" y="2194879"/>
            <a:ext cx="3814854" cy="145945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MAIN MENU AND LOG IN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0613ED-CFB2-7213-D153-286F90E402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1" y="929010"/>
            <a:ext cx="5132472" cy="4989902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C627FBB-F6B5-B421-7967-9DE1D453E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562423" y="3951426"/>
            <a:ext cx="971155" cy="0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9072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5258B98-3BD5-0A20-B0E7-944EAEB26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10612"/>
            <a:ext cx="12192000" cy="3347388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C74AEE6-9CA7-5247-DC34-99634247D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38300" y="459663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760E4C7-47B8-4356-ABCA-CC9C79E2D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80228E6-18B1-B562-27EA-5DCA23F08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9342" y="1245304"/>
            <a:ext cx="4357316" cy="4357316"/>
          </a:xfrm>
          <a:custGeom>
            <a:avLst/>
            <a:gdLst>
              <a:gd name="connsiteX0" fmla="*/ 2178658 w 4357316"/>
              <a:gd name="connsiteY0" fmla="*/ 0 h 4357316"/>
              <a:gd name="connsiteX1" fmla="*/ 4357316 w 4357316"/>
              <a:gd name="connsiteY1" fmla="*/ 2178658 h 4357316"/>
              <a:gd name="connsiteX2" fmla="*/ 2178658 w 4357316"/>
              <a:gd name="connsiteY2" fmla="*/ 4357316 h 4357316"/>
              <a:gd name="connsiteX3" fmla="*/ 0 w 4357316"/>
              <a:gd name="connsiteY3" fmla="*/ 2178658 h 4357316"/>
              <a:gd name="connsiteX4" fmla="*/ 2178658 w 4357316"/>
              <a:gd name="connsiteY4" fmla="*/ 0 h 435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57316" h="4357316">
                <a:moveTo>
                  <a:pt x="2178658" y="0"/>
                </a:moveTo>
                <a:cubicBezTo>
                  <a:pt x="3381898" y="0"/>
                  <a:pt x="4357316" y="975418"/>
                  <a:pt x="4357316" y="2178658"/>
                </a:cubicBezTo>
                <a:cubicBezTo>
                  <a:pt x="4357316" y="3381898"/>
                  <a:pt x="3381898" y="4357316"/>
                  <a:pt x="2178658" y="4357316"/>
                </a:cubicBezTo>
                <a:cubicBezTo>
                  <a:pt x="975418" y="4357316"/>
                  <a:pt x="0" y="3381898"/>
                  <a:pt x="0" y="2178658"/>
                </a:cubicBezTo>
                <a:cubicBezTo>
                  <a:pt x="0" y="975418"/>
                  <a:pt x="975418" y="0"/>
                  <a:pt x="217865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7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016DE1-030D-22A4-149E-450A15345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7368" y="2194879"/>
            <a:ext cx="3814854" cy="145945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CREATE APPLICATION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4AD5AF-7AA1-FDDB-4A9F-409F808443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1" y="1738004"/>
            <a:ext cx="5132472" cy="3371915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627FBB-F6B5-B421-7967-9DE1D453E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562423" y="3951426"/>
            <a:ext cx="971155" cy="0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7050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5258B98-3BD5-0A20-B0E7-944EAEB26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10612"/>
            <a:ext cx="12192000" cy="3347388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C74AEE6-9CA7-5247-DC34-99634247D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38300" y="459663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760E4C7-47B8-4356-ABCA-CC9C79E2D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80228E6-18B1-B562-27EA-5DCA23F08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9342" y="1245304"/>
            <a:ext cx="4357316" cy="4357316"/>
          </a:xfrm>
          <a:custGeom>
            <a:avLst/>
            <a:gdLst>
              <a:gd name="connsiteX0" fmla="*/ 2178658 w 4357316"/>
              <a:gd name="connsiteY0" fmla="*/ 0 h 4357316"/>
              <a:gd name="connsiteX1" fmla="*/ 4357316 w 4357316"/>
              <a:gd name="connsiteY1" fmla="*/ 2178658 h 4357316"/>
              <a:gd name="connsiteX2" fmla="*/ 2178658 w 4357316"/>
              <a:gd name="connsiteY2" fmla="*/ 4357316 h 4357316"/>
              <a:gd name="connsiteX3" fmla="*/ 0 w 4357316"/>
              <a:gd name="connsiteY3" fmla="*/ 2178658 h 4357316"/>
              <a:gd name="connsiteX4" fmla="*/ 2178658 w 4357316"/>
              <a:gd name="connsiteY4" fmla="*/ 0 h 435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57316" h="4357316">
                <a:moveTo>
                  <a:pt x="2178658" y="0"/>
                </a:moveTo>
                <a:cubicBezTo>
                  <a:pt x="3381898" y="0"/>
                  <a:pt x="4357316" y="975418"/>
                  <a:pt x="4357316" y="2178658"/>
                </a:cubicBezTo>
                <a:cubicBezTo>
                  <a:pt x="4357316" y="3381898"/>
                  <a:pt x="3381898" y="4357316"/>
                  <a:pt x="2178658" y="4357316"/>
                </a:cubicBezTo>
                <a:cubicBezTo>
                  <a:pt x="975418" y="4357316"/>
                  <a:pt x="0" y="3381898"/>
                  <a:pt x="0" y="2178658"/>
                </a:cubicBezTo>
                <a:cubicBezTo>
                  <a:pt x="0" y="975418"/>
                  <a:pt x="975418" y="0"/>
                  <a:pt x="217865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7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23ECD1-C405-C170-7013-AF5279BEC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7368" y="2194879"/>
            <a:ext cx="3814854" cy="145945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CHECK TICKETS FOR APPLICANT</a:t>
            </a:r>
          </a:p>
        </p:txBody>
      </p:sp>
      <p:pic>
        <p:nvPicPr>
          <p:cNvPr id="5" name="Content Placeholder 4" descr="A screen shot of a computer&#10;&#10;Description automatically generated">
            <a:extLst>
              <a:ext uri="{FF2B5EF4-FFF2-40B4-BE49-F238E27FC236}">
                <a16:creationId xmlns:a16="http://schemas.microsoft.com/office/drawing/2014/main" id="{45278589-D896-979D-CE20-CF85ECFC41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1" y="2433039"/>
            <a:ext cx="5132472" cy="1981845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627FBB-F6B5-B421-7967-9DE1D453E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562423" y="3951426"/>
            <a:ext cx="971155" cy="0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884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5258B98-3BD5-0A20-B0E7-944EAEB26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10612"/>
            <a:ext cx="12192000" cy="3347388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C74AEE6-9CA7-5247-DC34-99634247D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38300" y="459663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760E4C7-47B8-4356-ABCA-CC9C79E2D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80228E6-18B1-B562-27EA-5DCA23F08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9342" y="1245304"/>
            <a:ext cx="4357316" cy="4357316"/>
          </a:xfrm>
          <a:custGeom>
            <a:avLst/>
            <a:gdLst>
              <a:gd name="connsiteX0" fmla="*/ 2178658 w 4357316"/>
              <a:gd name="connsiteY0" fmla="*/ 0 h 4357316"/>
              <a:gd name="connsiteX1" fmla="*/ 4357316 w 4357316"/>
              <a:gd name="connsiteY1" fmla="*/ 2178658 h 4357316"/>
              <a:gd name="connsiteX2" fmla="*/ 2178658 w 4357316"/>
              <a:gd name="connsiteY2" fmla="*/ 4357316 h 4357316"/>
              <a:gd name="connsiteX3" fmla="*/ 0 w 4357316"/>
              <a:gd name="connsiteY3" fmla="*/ 2178658 h 4357316"/>
              <a:gd name="connsiteX4" fmla="*/ 2178658 w 4357316"/>
              <a:gd name="connsiteY4" fmla="*/ 0 h 435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57316" h="4357316">
                <a:moveTo>
                  <a:pt x="2178658" y="0"/>
                </a:moveTo>
                <a:cubicBezTo>
                  <a:pt x="3381898" y="0"/>
                  <a:pt x="4357316" y="975418"/>
                  <a:pt x="4357316" y="2178658"/>
                </a:cubicBezTo>
                <a:cubicBezTo>
                  <a:pt x="4357316" y="3381898"/>
                  <a:pt x="3381898" y="4357316"/>
                  <a:pt x="2178658" y="4357316"/>
                </a:cubicBezTo>
                <a:cubicBezTo>
                  <a:pt x="975418" y="4357316"/>
                  <a:pt x="0" y="3381898"/>
                  <a:pt x="0" y="2178658"/>
                </a:cubicBezTo>
                <a:cubicBezTo>
                  <a:pt x="0" y="975418"/>
                  <a:pt x="975418" y="0"/>
                  <a:pt x="217865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7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3ACC4B-A0B0-4426-E76F-D3786737F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7368" y="2194879"/>
            <a:ext cx="3814854" cy="145945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UPDATE APPLICATION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FE73BC4-4C46-1906-85B6-A9F521CC1D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1" y="1681387"/>
            <a:ext cx="5132472" cy="3485149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627FBB-F6B5-B421-7967-9DE1D453E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562423" y="3951426"/>
            <a:ext cx="971155" cy="0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2747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5258B98-3BD5-0A20-B0E7-944EAEB26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10612"/>
            <a:ext cx="12192000" cy="3347388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C74AEE6-9CA7-5247-DC34-99634247D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38300" y="459663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760E4C7-47B8-4356-ABCA-CC9C79E2D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D80228E6-18B1-B562-27EA-5DCA23F08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9342" y="1245304"/>
            <a:ext cx="4357316" cy="4357316"/>
          </a:xfrm>
          <a:custGeom>
            <a:avLst/>
            <a:gdLst>
              <a:gd name="connsiteX0" fmla="*/ 2178658 w 4357316"/>
              <a:gd name="connsiteY0" fmla="*/ 0 h 4357316"/>
              <a:gd name="connsiteX1" fmla="*/ 4357316 w 4357316"/>
              <a:gd name="connsiteY1" fmla="*/ 2178658 h 4357316"/>
              <a:gd name="connsiteX2" fmla="*/ 2178658 w 4357316"/>
              <a:gd name="connsiteY2" fmla="*/ 4357316 h 4357316"/>
              <a:gd name="connsiteX3" fmla="*/ 0 w 4357316"/>
              <a:gd name="connsiteY3" fmla="*/ 2178658 h 4357316"/>
              <a:gd name="connsiteX4" fmla="*/ 2178658 w 4357316"/>
              <a:gd name="connsiteY4" fmla="*/ 0 h 435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57316" h="4357316">
                <a:moveTo>
                  <a:pt x="2178658" y="0"/>
                </a:moveTo>
                <a:cubicBezTo>
                  <a:pt x="3381898" y="0"/>
                  <a:pt x="4357316" y="975418"/>
                  <a:pt x="4357316" y="2178658"/>
                </a:cubicBezTo>
                <a:cubicBezTo>
                  <a:pt x="4357316" y="3381898"/>
                  <a:pt x="3381898" y="4357316"/>
                  <a:pt x="2178658" y="4357316"/>
                </a:cubicBezTo>
                <a:cubicBezTo>
                  <a:pt x="975418" y="4357316"/>
                  <a:pt x="0" y="3381898"/>
                  <a:pt x="0" y="2178658"/>
                </a:cubicBezTo>
                <a:cubicBezTo>
                  <a:pt x="0" y="975418"/>
                  <a:pt x="975418" y="0"/>
                  <a:pt x="217865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7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FCCB80-9814-58AF-7DCA-B235A2AE3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7368" y="2194879"/>
            <a:ext cx="3814854" cy="145945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DELETE APPLICATION USING TRN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E19945D5-77DA-EE15-844A-46877DCBBF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1" y="2214073"/>
            <a:ext cx="5132472" cy="2419776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C627FBB-F6B5-B421-7967-9DE1D453E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562423" y="3951426"/>
            <a:ext cx="971155" cy="0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1687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5258B98-3BD5-0A20-B0E7-944EAEB26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10612"/>
            <a:ext cx="12192000" cy="3347388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C74AEE6-9CA7-5247-DC34-99634247D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38300" y="459663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760E4C7-47B8-4356-ABCA-CC9C79E2D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80228E6-18B1-B562-27EA-5DCA23F08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9342" y="1245304"/>
            <a:ext cx="4357316" cy="4357316"/>
          </a:xfrm>
          <a:custGeom>
            <a:avLst/>
            <a:gdLst>
              <a:gd name="connsiteX0" fmla="*/ 2178658 w 4357316"/>
              <a:gd name="connsiteY0" fmla="*/ 0 h 4357316"/>
              <a:gd name="connsiteX1" fmla="*/ 4357316 w 4357316"/>
              <a:gd name="connsiteY1" fmla="*/ 2178658 h 4357316"/>
              <a:gd name="connsiteX2" fmla="*/ 2178658 w 4357316"/>
              <a:gd name="connsiteY2" fmla="*/ 4357316 h 4357316"/>
              <a:gd name="connsiteX3" fmla="*/ 0 w 4357316"/>
              <a:gd name="connsiteY3" fmla="*/ 2178658 h 4357316"/>
              <a:gd name="connsiteX4" fmla="*/ 2178658 w 4357316"/>
              <a:gd name="connsiteY4" fmla="*/ 0 h 435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57316" h="4357316">
                <a:moveTo>
                  <a:pt x="2178658" y="0"/>
                </a:moveTo>
                <a:cubicBezTo>
                  <a:pt x="3381898" y="0"/>
                  <a:pt x="4357316" y="975418"/>
                  <a:pt x="4357316" y="2178658"/>
                </a:cubicBezTo>
                <a:cubicBezTo>
                  <a:pt x="4357316" y="3381898"/>
                  <a:pt x="3381898" y="4357316"/>
                  <a:pt x="2178658" y="4357316"/>
                </a:cubicBezTo>
                <a:cubicBezTo>
                  <a:pt x="975418" y="4357316"/>
                  <a:pt x="0" y="3381898"/>
                  <a:pt x="0" y="2178658"/>
                </a:cubicBezTo>
                <a:cubicBezTo>
                  <a:pt x="0" y="975418"/>
                  <a:pt x="975418" y="0"/>
                  <a:pt x="217865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7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4263F0-7261-8A3A-105E-67E7EB061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7368" y="2194879"/>
            <a:ext cx="3814854" cy="145945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GENERATE REPORT USING TRN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AA4149-7FB5-0304-0421-C3896EF080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1" y="2124034"/>
            <a:ext cx="5132472" cy="2599854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627FBB-F6B5-B421-7967-9DE1D453E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562423" y="3951426"/>
            <a:ext cx="971155" cy="0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0585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5258B98-3BD5-0A20-B0E7-944EAEB26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10612"/>
            <a:ext cx="12192000" cy="3347388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C74AEE6-9CA7-5247-DC34-99634247D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38300" y="459663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760E4C7-47B8-4356-ABCA-CC9C79E2D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80228E6-18B1-B562-27EA-5DCA23F08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9342" y="1245304"/>
            <a:ext cx="4357316" cy="4357316"/>
          </a:xfrm>
          <a:custGeom>
            <a:avLst/>
            <a:gdLst>
              <a:gd name="connsiteX0" fmla="*/ 2178658 w 4357316"/>
              <a:gd name="connsiteY0" fmla="*/ 0 h 4357316"/>
              <a:gd name="connsiteX1" fmla="*/ 4357316 w 4357316"/>
              <a:gd name="connsiteY1" fmla="*/ 2178658 h 4357316"/>
              <a:gd name="connsiteX2" fmla="*/ 2178658 w 4357316"/>
              <a:gd name="connsiteY2" fmla="*/ 4357316 h 4357316"/>
              <a:gd name="connsiteX3" fmla="*/ 0 w 4357316"/>
              <a:gd name="connsiteY3" fmla="*/ 2178658 h 4357316"/>
              <a:gd name="connsiteX4" fmla="*/ 2178658 w 4357316"/>
              <a:gd name="connsiteY4" fmla="*/ 0 h 435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57316" h="4357316">
                <a:moveTo>
                  <a:pt x="2178658" y="0"/>
                </a:moveTo>
                <a:cubicBezTo>
                  <a:pt x="3381898" y="0"/>
                  <a:pt x="4357316" y="975418"/>
                  <a:pt x="4357316" y="2178658"/>
                </a:cubicBezTo>
                <a:cubicBezTo>
                  <a:pt x="4357316" y="3381898"/>
                  <a:pt x="3381898" y="4357316"/>
                  <a:pt x="2178658" y="4357316"/>
                </a:cubicBezTo>
                <a:cubicBezTo>
                  <a:pt x="975418" y="4357316"/>
                  <a:pt x="0" y="3381898"/>
                  <a:pt x="0" y="2178658"/>
                </a:cubicBezTo>
                <a:cubicBezTo>
                  <a:pt x="0" y="975418"/>
                  <a:pt x="975418" y="0"/>
                  <a:pt x="217865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7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5325A8-9034-743E-2042-CA1AFB30A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7368" y="2194879"/>
            <a:ext cx="3814854" cy="145945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EXITING PROGRAM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28F268-1834-5E45-B3B7-95BA6818B9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112146" y="756961"/>
            <a:ext cx="5100182" cy="5334001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627FBB-F6B5-B421-7967-9DE1D453E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562423" y="3951426"/>
            <a:ext cx="971155" cy="0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8895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AfterglowVTI">
  <a:themeElements>
    <a:clrScheme name="AnalogousFromLightSeedLeftStep">
      <a:dk1>
        <a:srgbClr val="000000"/>
      </a:dk1>
      <a:lt1>
        <a:srgbClr val="FFFFFF"/>
      </a:lt1>
      <a:dk2>
        <a:srgbClr val="362441"/>
      </a:dk2>
      <a:lt2>
        <a:srgbClr val="E2E8E6"/>
      </a:lt2>
      <a:accent1>
        <a:srgbClr val="C696A8"/>
      </a:accent1>
      <a:accent2>
        <a:srgbClr val="BA7FAE"/>
      </a:accent2>
      <a:accent3>
        <a:srgbClr val="BC96C6"/>
      </a:accent3>
      <a:accent4>
        <a:srgbClr val="957FBA"/>
      </a:accent4>
      <a:accent5>
        <a:srgbClr val="9698C6"/>
      </a:accent5>
      <a:accent6>
        <a:srgbClr val="7F9ABA"/>
      </a:accent6>
      <a:hlink>
        <a:srgbClr val="578F7A"/>
      </a:hlink>
      <a:folHlink>
        <a:srgbClr val="7F7F7F"/>
      </a:folHlink>
    </a:clrScheme>
    <a:fontScheme name="Trade Gothic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fterglowVTI" id="{804DBEB7-1920-4C72-A0CB-091339F1875F}" vid="{D4C59F5A-9ECA-4C96-BDFD-0606A75324E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115</Words>
  <Application>Microsoft Office PowerPoint</Application>
  <PresentationFormat>Widescreen</PresentationFormat>
  <Paragraphs>37</Paragraphs>
  <Slides>28</Slides>
  <Notes>4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Aptos</vt:lpstr>
      <vt:lpstr>Arial</vt:lpstr>
      <vt:lpstr>Trade Gothic Next Cond</vt:lpstr>
      <vt:lpstr>Trade Gothic Next Light</vt:lpstr>
      <vt:lpstr>AfterglowVTI</vt:lpstr>
      <vt:lpstr>Object – Oriented Programming</vt:lpstr>
      <vt:lpstr>Objectives</vt:lpstr>
      <vt:lpstr>DRIVER</vt:lpstr>
      <vt:lpstr>Log in-using trn</vt:lpstr>
      <vt:lpstr>MAIN MENU</vt:lpstr>
      <vt:lpstr>VIEW TICKETS</vt:lpstr>
      <vt:lpstr>Pay for ticket</vt:lpstr>
      <vt:lpstr>CHECK COURT DETAILS</vt:lpstr>
      <vt:lpstr>CHECK NON-PAST DUE TICKETS</vt:lpstr>
      <vt:lpstr>CHECK FOR WARRANTS</vt:lpstr>
      <vt:lpstr>BACK TO MAIN MENU</vt:lpstr>
      <vt:lpstr>JCF Officer</vt:lpstr>
      <vt:lpstr>MAIN MENU WITH LOG IN</vt:lpstr>
      <vt:lpstr>ADD TICKETS</vt:lpstr>
      <vt:lpstr>VIEW TICKETS USING TICKET NUMBER</vt:lpstr>
      <vt:lpstr>CHECK DRIVER STATUS USING TRN</vt:lpstr>
      <vt:lpstr>VIEW OUTSTANDING TICKETS IN A PARTICULAR PARISH</vt:lpstr>
      <vt:lpstr>VIEW OUTSTANDING TICKETS FOR ALL OFFENDERS</vt:lpstr>
      <vt:lpstr>OUTSTANDING TICKETS REPORT ORDERED BY PARISH</vt:lpstr>
      <vt:lpstr>BACK TO MENU</vt:lpstr>
      <vt:lpstr>Processing OFFICER</vt:lpstr>
      <vt:lpstr>MAIN MENU AND LOG IN</vt:lpstr>
      <vt:lpstr>CREATE APPLICATION</vt:lpstr>
      <vt:lpstr>CHECK TICKETS FOR APPLICANT</vt:lpstr>
      <vt:lpstr>UPDATE APPLICATION</vt:lpstr>
      <vt:lpstr>DELETE APPLICATION USING TRN</vt:lpstr>
      <vt:lpstr>GENERATE REPORT USING TRN</vt:lpstr>
      <vt:lpstr>EXITING PROGRAM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kadedra mason</dc:creator>
  <cp:lastModifiedBy>kadedra mason</cp:lastModifiedBy>
  <cp:revision>1</cp:revision>
  <dcterms:created xsi:type="dcterms:W3CDTF">2024-11-30T21:21:45Z</dcterms:created>
  <dcterms:modified xsi:type="dcterms:W3CDTF">2024-12-01T00:51:44Z</dcterms:modified>
</cp:coreProperties>
</file>